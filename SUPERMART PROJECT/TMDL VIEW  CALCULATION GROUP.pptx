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16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092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78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11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55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6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4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161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724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21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515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0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8F1D-89B4-C2CC-A61F-87A1EA3D03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TMDL VIEW &amp; CALCULATION GROUP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FDBA7-ABA0-AE09-0B01-7A61F3FEF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85240" y="5259022"/>
            <a:ext cx="3475248" cy="828511"/>
          </a:xfrm>
        </p:spPr>
        <p:txBody>
          <a:bodyPr>
            <a:normAutofit/>
          </a:bodyPr>
          <a:lstStyle/>
          <a:p>
            <a:r>
              <a:rPr lang="en-IN" dirty="0"/>
              <a:t>Anaswara Rajesh</a:t>
            </a:r>
          </a:p>
        </p:txBody>
      </p:sp>
    </p:spTree>
    <p:extLst>
      <p:ext uri="{BB962C8B-B14F-4D97-AF65-F5344CB8AC3E}">
        <p14:creationId xmlns:p14="http://schemas.microsoft.com/office/powerpoint/2010/main" val="685352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F2A6-594B-A853-7352-06A501D2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733" y="314633"/>
            <a:ext cx="10772775" cy="1455174"/>
          </a:xfrm>
        </p:spPr>
        <p:txBody>
          <a:bodyPr/>
          <a:lstStyle/>
          <a:p>
            <a:r>
              <a:rPr lang="en-IN" dirty="0"/>
              <a:t>TMDL VIEW IN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3A5E3-7666-D3FB-42C3-9D072ACAC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810" y="2015614"/>
            <a:ext cx="10325641" cy="40017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TMDL stands for Tabular Model Definition Language.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It is a way to see the data model in Power BI as text instead of only using the visual screen.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Normally, we create tables, relationships, and measures by clicking and dragging in Model View.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But in TMDL View, we can see the same model written in a simple code format.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254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F8FC7-3A00-398D-1605-D0AE1BB01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140" y="1726053"/>
            <a:ext cx="9155602" cy="3405894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This is helpful because it makes it easier to manage big projects and work in teams.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It also helps track changes in the data model.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In simple words, Model View is visual, and TMDL View is text-based.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88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0771-BCFD-7ECA-24CB-927DEC67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CALCULATION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635E-C181-9D20-4511-73729BE6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7" y="2011680"/>
            <a:ext cx="10551782" cy="434678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 Calculation Group is used to apply the same calculation logic to multiple measures.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Instead of creating many separate measures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Total Sales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Total Sales YTD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Total Sales MTD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Total Sales YoY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 can create one calculation group and reuse it for all measures.</a:t>
            </a:r>
            <a:endParaRPr lang="en-IN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48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35324-4628-5D21-E246-C4408E94C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140542"/>
            <a:ext cx="10753725" cy="463732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🔹 Why Do We Use It?</a:t>
            </a:r>
          </a:p>
          <a:p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Without Calculation Group: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 create many duplicate measures.</a:t>
            </a:r>
          </a:p>
          <a:p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With Calculation Group:</a:t>
            </a: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You write logic once, and it works for many measures.</a:t>
            </a:r>
          </a:p>
          <a:p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It saves time and keeps the model clean.</a:t>
            </a:r>
            <a:endParaRPr lang="en-IN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83424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11</TotalTime>
  <Words>219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 Light</vt:lpstr>
      <vt:lpstr>Metropolitan</vt:lpstr>
      <vt:lpstr>TMDL VIEW &amp; CALCULATION GROUP</vt:lpstr>
      <vt:lpstr>TMDL VIEW IN POWER BI</vt:lpstr>
      <vt:lpstr>PowerPoint Presentation</vt:lpstr>
      <vt:lpstr>CALCULATION GROUP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Anaswara Rajesh</dc:creator>
  <cp:lastModifiedBy>Anaswara Rajesh</cp:lastModifiedBy>
  <cp:revision>1</cp:revision>
  <dcterms:created xsi:type="dcterms:W3CDTF">2026-02-25T04:21:23Z</dcterms:created>
  <dcterms:modified xsi:type="dcterms:W3CDTF">2026-02-25T04:33:19Z</dcterms:modified>
</cp:coreProperties>
</file>