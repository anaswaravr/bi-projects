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13"/>
  </p:notesMasterIdLst>
  <p:handoutMasterIdLst>
    <p:handoutMasterId r:id="rId14"/>
  </p:handoutMasterIdLst>
  <p:sldIdLst>
    <p:sldId id="377" r:id="rId5"/>
    <p:sldId id="390" r:id="rId6"/>
    <p:sldId id="379" r:id="rId7"/>
    <p:sldId id="380" r:id="rId8"/>
    <p:sldId id="385" r:id="rId9"/>
    <p:sldId id="400" r:id="rId10"/>
    <p:sldId id="405" r:id="rId11"/>
    <p:sldId id="3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6548"/>
    <a:srgbClr val="CB6E50"/>
    <a:srgbClr val="EFE9E7"/>
    <a:srgbClr val="E1C9C1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555E9E-A93C-45E2-ACC3-A04D602B0F74}" v="63" dt="2026-02-22T18:11:50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1" autoAdjust="0"/>
  </p:normalViewPr>
  <p:slideViewPr>
    <p:cSldViewPr snapToGrid="0">
      <p:cViewPr varScale="1">
        <p:scale>
          <a:sx n="72" d="100"/>
          <a:sy n="72" d="100"/>
        </p:scale>
        <p:origin x="1958" y="58"/>
      </p:cViewPr>
      <p:guideLst/>
    </p:cSldViewPr>
  </p:slideViewPr>
  <p:outlineViewPr>
    <p:cViewPr>
      <p:scale>
        <a:sx n="33" d="100"/>
        <a:sy n="33" d="100"/>
      </p:scale>
      <p:origin x="0" y="-68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84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wara Rajesh" userId="543c9b4a4f0b0e08" providerId="LiveId" clId="{3A2F1E0B-6D84-4571-AD21-57CB9729B855}"/>
    <pc:docChg chg="undo custSel addSld delSld modSld sldOrd">
      <pc:chgData name="Anaswara Rajesh" userId="543c9b4a4f0b0e08" providerId="LiveId" clId="{3A2F1E0B-6D84-4571-AD21-57CB9729B855}" dt="2026-02-22T18:12:05.086" v="2467" actId="14100"/>
      <pc:docMkLst>
        <pc:docMk/>
      </pc:docMkLst>
      <pc:sldChg chg="addSp delSp modSp mod">
        <pc:chgData name="Anaswara Rajesh" userId="543c9b4a4f0b0e08" providerId="LiveId" clId="{3A2F1E0B-6D84-4571-AD21-57CB9729B855}" dt="2026-02-22T18:12:05.086" v="2467" actId="14100"/>
        <pc:sldMkLst>
          <pc:docMk/>
          <pc:sldMk cId="927122038" sldId="377"/>
        </pc:sldMkLst>
        <pc:spChg chg="mod">
          <ac:chgData name="Anaswara Rajesh" userId="543c9b4a4f0b0e08" providerId="LiveId" clId="{3A2F1E0B-6D84-4571-AD21-57CB9729B855}" dt="2026-02-22T14:14:03.977" v="114" actId="1076"/>
          <ac:spMkLst>
            <pc:docMk/>
            <pc:sldMk cId="927122038" sldId="377"/>
            <ac:spMk id="2" creationId="{8E706A25-0569-0BFE-AB1C-FC206CC58B7F}"/>
          </ac:spMkLst>
        </pc:spChg>
        <pc:spChg chg="del mod">
          <ac:chgData name="Anaswara Rajesh" userId="543c9b4a4f0b0e08" providerId="LiveId" clId="{3A2F1E0B-6D84-4571-AD21-57CB9729B855}" dt="2026-02-22T14:06:26.583" v="11" actId="21"/>
          <ac:spMkLst>
            <pc:docMk/>
            <pc:sldMk cId="927122038" sldId="377"/>
            <ac:spMk id="3" creationId="{62159C2E-9A99-5F52-C1EC-BFC6B1B60B33}"/>
          </ac:spMkLst>
        </pc:spChg>
        <pc:spChg chg="mod">
          <ac:chgData name="Anaswara Rajesh" userId="543c9b4a4f0b0e08" providerId="LiveId" clId="{3A2F1E0B-6D84-4571-AD21-57CB9729B855}" dt="2026-02-22T17:27:35.767" v="1742" actId="27636"/>
          <ac:spMkLst>
            <pc:docMk/>
            <pc:sldMk cId="927122038" sldId="377"/>
            <ac:spMk id="6" creationId="{E1171327-E529-B4E2-EFE8-A39CB45BE440}"/>
          </ac:spMkLst>
        </pc:spChg>
        <pc:spChg chg="add mod">
          <ac:chgData name="Anaswara Rajesh" userId="543c9b4a4f0b0e08" providerId="LiveId" clId="{3A2F1E0B-6D84-4571-AD21-57CB9729B855}" dt="2026-02-22T14:17:42.739" v="118" actId="1076"/>
          <ac:spMkLst>
            <pc:docMk/>
            <pc:sldMk cId="927122038" sldId="377"/>
            <ac:spMk id="7" creationId="{B0CB64B5-C016-01F4-F01A-E75D8A453A24}"/>
          </ac:spMkLst>
        </pc:spChg>
        <pc:spChg chg="add mod">
          <ac:chgData name="Anaswara Rajesh" userId="543c9b4a4f0b0e08" providerId="LiveId" clId="{3A2F1E0B-6D84-4571-AD21-57CB9729B855}" dt="2026-02-22T14:13:57.485" v="113" actId="1076"/>
          <ac:spMkLst>
            <pc:docMk/>
            <pc:sldMk cId="927122038" sldId="377"/>
            <ac:spMk id="8" creationId="{EBE409C8-411A-5CA8-DC84-996DC0C335A8}"/>
          </ac:spMkLst>
        </pc:spChg>
        <pc:picChg chg="mod">
          <ac:chgData name="Anaswara Rajesh" userId="543c9b4a4f0b0e08" providerId="LiveId" clId="{3A2F1E0B-6D84-4571-AD21-57CB9729B855}" dt="2026-02-22T18:12:05.086" v="2467" actId="14100"/>
          <ac:picMkLst>
            <pc:docMk/>
            <pc:sldMk cId="927122038" sldId="377"/>
            <ac:picMk id="5" creationId="{E2BA17D9-27B4-759D-72BB-82EA7FEC9123}"/>
          </ac:picMkLst>
        </pc:picChg>
      </pc:sldChg>
      <pc:sldChg chg="addSp delSp modSp mod">
        <pc:chgData name="Anaswara Rajesh" userId="543c9b4a4f0b0e08" providerId="LiveId" clId="{3A2F1E0B-6D84-4571-AD21-57CB9729B855}" dt="2026-02-22T18:08:15.863" v="2459" actId="1076"/>
        <pc:sldMkLst>
          <pc:docMk/>
          <pc:sldMk cId="3774853048" sldId="379"/>
        </pc:sldMkLst>
        <pc:spChg chg="mod">
          <ac:chgData name="Anaswara Rajesh" userId="543c9b4a4f0b0e08" providerId="LiveId" clId="{3A2F1E0B-6D84-4571-AD21-57CB9729B855}" dt="2026-02-22T17:29:35.699" v="1766" actId="14100"/>
          <ac:spMkLst>
            <pc:docMk/>
            <pc:sldMk cId="3774853048" sldId="379"/>
            <ac:spMk id="2" creationId="{54047B8C-65D0-EA39-A5A8-A5EFE8FEB6F1}"/>
          </ac:spMkLst>
        </pc:spChg>
        <pc:spChg chg="del">
          <ac:chgData name="Anaswara Rajesh" userId="543c9b4a4f0b0e08" providerId="LiveId" clId="{3A2F1E0B-6D84-4571-AD21-57CB9729B855}" dt="2026-02-22T17:04:54.856" v="1531" actId="21"/>
          <ac:spMkLst>
            <pc:docMk/>
            <pc:sldMk cId="3774853048" sldId="379"/>
            <ac:spMk id="4" creationId="{AC46A718-8F29-3AB4-D64D-7209870F5ECE}"/>
          </ac:spMkLst>
        </pc:spChg>
        <pc:spChg chg="add mod">
          <ac:chgData name="Anaswara Rajesh" userId="543c9b4a4f0b0e08" providerId="LiveId" clId="{3A2F1E0B-6D84-4571-AD21-57CB9729B855}" dt="2026-02-22T17:29:56.972" v="1771" actId="1076"/>
          <ac:spMkLst>
            <pc:docMk/>
            <pc:sldMk cId="3774853048" sldId="379"/>
            <ac:spMk id="5" creationId="{ABE446D3-56F1-34ED-E38C-8CF29CC0948C}"/>
          </ac:spMkLst>
        </pc:spChg>
        <pc:spChg chg="add del mod">
          <ac:chgData name="Anaswara Rajesh" userId="543c9b4a4f0b0e08" providerId="LiveId" clId="{3A2F1E0B-6D84-4571-AD21-57CB9729B855}" dt="2026-02-22T17:05:04.191" v="1532" actId="21"/>
          <ac:spMkLst>
            <pc:docMk/>
            <pc:sldMk cId="3774853048" sldId="379"/>
            <ac:spMk id="8" creationId="{1DA1FDEF-4BBF-F092-467A-20D82B9DD557}"/>
          </ac:spMkLst>
        </pc:spChg>
        <pc:picChg chg="mod">
          <ac:chgData name="Anaswara Rajesh" userId="543c9b4a4f0b0e08" providerId="LiveId" clId="{3A2F1E0B-6D84-4571-AD21-57CB9729B855}" dt="2026-02-22T18:08:15.863" v="2459" actId="1076"/>
          <ac:picMkLst>
            <pc:docMk/>
            <pc:sldMk cId="3774853048" sldId="379"/>
            <ac:picMk id="6" creationId="{64C03F7A-580D-EF06-B5C3-D0DE696638C2}"/>
          </ac:picMkLst>
        </pc:picChg>
      </pc:sldChg>
      <pc:sldChg chg="addSp delSp modSp mod">
        <pc:chgData name="Anaswara Rajesh" userId="543c9b4a4f0b0e08" providerId="LiveId" clId="{3A2F1E0B-6D84-4571-AD21-57CB9729B855}" dt="2026-02-22T17:24:26.256" v="1691" actId="14826"/>
        <pc:sldMkLst>
          <pc:docMk/>
          <pc:sldMk cId="876729831" sldId="380"/>
        </pc:sldMkLst>
        <pc:spChg chg="mod">
          <ac:chgData name="Anaswara Rajesh" userId="543c9b4a4f0b0e08" providerId="LiveId" clId="{3A2F1E0B-6D84-4571-AD21-57CB9729B855}" dt="2026-02-22T17:15:43.441" v="1627" actId="1076"/>
          <ac:spMkLst>
            <pc:docMk/>
            <pc:sldMk cId="876729831" sldId="380"/>
            <ac:spMk id="2" creationId="{35C9A004-BF6D-FE16-E2E8-44F687F19D31}"/>
          </ac:spMkLst>
        </pc:spChg>
        <pc:spChg chg="mod">
          <ac:chgData name="Anaswara Rajesh" userId="543c9b4a4f0b0e08" providerId="LiveId" clId="{3A2F1E0B-6D84-4571-AD21-57CB9729B855}" dt="2026-02-22T17:08:15.166" v="1587" actId="14100"/>
          <ac:spMkLst>
            <pc:docMk/>
            <pc:sldMk cId="876729831" sldId="380"/>
            <ac:spMk id="3" creationId="{660B75ED-1B8A-5924-D271-182345C9308D}"/>
          </ac:spMkLst>
        </pc:spChg>
        <pc:spChg chg="del">
          <ac:chgData name="Anaswara Rajesh" userId="543c9b4a4f0b0e08" providerId="LiveId" clId="{3A2F1E0B-6D84-4571-AD21-57CB9729B855}" dt="2026-02-22T17:08:24.783" v="1589" actId="21"/>
          <ac:spMkLst>
            <pc:docMk/>
            <pc:sldMk cId="876729831" sldId="380"/>
            <ac:spMk id="4" creationId="{4EAD136D-505E-4253-3F50-0C565558269D}"/>
          </ac:spMkLst>
        </pc:spChg>
        <pc:spChg chg="add mod">
          <ac:chgData name="Anaswara Rajesh" userId="543c9b4a4f0b0e08" providerId="LiveId" clId="{3A2F1E0B-6D84-4571-AD21-57CB9729B855}" dt="2026-02-22T17:16:01.484" v="1629" actId="1076"/>
          <ac:spMkLst>
            <pc:docMk/>
            <pc:sldMk cId="876729831" sldId="380"/>
            <ac:spMk id="7" creationId="{EE6D9DAB-64A3-ECD5-2ABD-55CC0DC0134D}"/>
          </ac:spMkLst>
        </pc:spChg>
        <pc:picChg chg="mod modCrop">
          <ac:chgData name="Anaswara Rajesh" userId="543c9b4a4f0b0e08" providerId="LiveId" clId="{3A2F1E0B-6D84-4571-AD21-57CB9729B855}" dt="2026-02-22T17:24:26.256" v="1691" actId="14826"/>
          <ac:picMkLst>
            <pc:docMk/>
            <pc:sldMk cId="876729831" sldId="380"/>
            <ac:picMk id="13" creationId="{3107AC64-2838-6BBE-A747-41774180AE1C}"/>
          </ac:picMkLst>
        </pc:picChg>
      </pc:sldChg>
      <pc:sldChg chg="addSp delSp modSp del mod">
        <pc:chgData name="Anaswara Rajesh" userId="543c9b4a4f0b0e08" providerId="LiveId" clId="{3A2F1E0B-6D84-4571-AD21-57CB9729B855}" dt="2026-02-22T18:04:17.611" v="2428" actId="2696"/>
        <pc:sldMkLst>
          <pc:docMk/>
          <pc:sldMk cId="2313464907" sldId="381"/>
        </pc:sldMkLst>
        <pc:spChg chg="mod">
          <ac:chgData name="Anaswara Rajesh" userId="543c9b4a4f0b0e08" providerId="LiveId" clId="{3A2F1E0B-6D84-4571-AD21-57CB9729B855}" dt="2026-02-22T17:25:57.069" v="1725" actId="21"/>
          <ac:spMkLst>
            <pc:docMk/>
            <pc:sldMk cId="2313464907" sldId="381"/>
            <ac:spMk id="2" creationId="{B2DA4B33-435F-6B55-E73C-CA339BFC2445}"/>
          </ac:spMkLst>
        </pc:spChg>
        <pc:spChg chg="add del mod">
          <ac:chgData name="Anaswara Rajesh" userId="543c9b4a4f0b0e08" providerId="LiveId" clId="{3A2F1E0B-6D84-4571-AD21-57CB9729B855}" dt="2026-02-22T17:26:11.403" v="1729"/>
          <ac:spMkLst>
            <pc:docMk/>
            <pc:sldMk cId="2313464907" sldId="381"/>
            <ac:spMk id="20" creationId="{37168892-EA5B-689C-9060-D4043B958EA9}"/>
          </ac:spMkLst>
        </pc:spChg>
      </pc:sldChg>
      <pc:sldChg chg="addSp delSp modSp del mod ord">
        <pc:chgData name="Anaswara Rajesh" userId="543c9b4a4f0b0e08" providerId="LiveId" clId="{3A2F1E0B-6D84-4571-AD21-57CB9729B855}" dt="2026-02-22T17:59:46.837" v="2390" actId="2696"/>
        <pc:sldMkLst>
          <pc:docMk/>
          <pc:sldMk cId="1376706765" sldId="382"/>
        </pc:sldMkLst>
        <pc:spChg chg="mod">
          <ac:chgData name="Anaswara Rajesh" userId="543c9b4a4f0b0e08" providerId="LiveId" clId="{3A2F1E0B-6D84-4571-AD21-57CB9729B855}" dt="2026-02-22T17:31:10.276" v="1780" actId="14100"/>
          <ac:spMkLst>
            <pc:docMk/>
            <pc:sldMk cId="1376706765" sldId="382"/>
            <ac:spMk id="2" creationId="{3A6D67BE-B026-1F48-8512-45DC759CD8AE}"/>
          </ac:spMkLst>
        </pc:spChg>
        <pc:spChg chg="del mod">
          <ac:chgData name="Anaswara Rajesh" userId="543c9b4a4f0b0e08" providerId="LiveId" clId="{3A2F1E0B-6D84-4571-AD21-57CB9729B855}" dt="2026-02-22T17:32:44.148" v="1801" actId="21"/>
          <ac:spMkLst>
            <pc:docMk/>
            <pc:sldMk cId="1376706765" sldId="382"/>
            <ac:spMk id="3" creationId="{FF7FA47D-FD90-943F-AB0C-D1A2CC3586DB}"/>
          </ac:spMkLst>
        </pc:spChg>
        <pc:spChg chg="mod">
          <ac:chgData name="Anaswara Rajesh" userId="543c9b4a4f0b0e08" providerId="LiveId" clId="{3A2F1E0B-6D84-4571-AD21-57CB9729B855}" dt="2026-02-22T17:33:00.390" v="1807" actId="207"/>
          <ac:spMkLst>
            <pc:docMk/>
            <pc:sldMk cId="1376706765" sldId="382"/>
            <ac:spMk id="5" creationId="{AA5C3CFB-D853-978B-6688-1A361A5D690D}"/>
          </ac:spMkLst>
        </pc:spChg>
        <pc:spChg chg="add mod">
          <ac:chgData name="Anaswara Rajesh" userId="543c9b4a4f0b0e08" providerId="LiveId" clId="{3A2F1E0B-6D84-4571-AD21-57CB9729B855}" dt="2026-02-22T17:26:17.549" v="1731" actId="1076"/>
          <ac:spMkLst>
            <pc:docMk/>
            <pc:sldMk cId="1376706765" sldId="382"/>
            <ac:spMk id="9" creationId="{418246A1-0BDF-8C50-E6CA-83B638BAB17B}"/>
          </ac:spMkLst>
        </pc:spChg>
        <pc:spChg chg="add mod">
          <ac:chgData name="Anaswara Rajesh" userId="543c9b4a4f0b0e08" providerId="LiveId" clId="{3A2F1E0B-6D84-4571-AD21-57CB9729B855}" dt="2026-02-22T17:31:10.729" v="1781" actId="20578"/>
          <ac:spMkLst>
            <pc:docMk/>
            <pc:sldMk cId="1376706765" sldId="382"/>
            <ac:spMk id="10" creationId="{B76FEE66-B88B-14A9-C3AD-DD51204774CB}"/>
          </ac:spMkLst>
        </pc:spChg>
        <pc:spChg chg="add del mod">
          <ac:chgData name="Anaswara Rajesh" userId="543c9b4a4f0b0e08" providerId="LiveId" clId="{3A2F1E0B-6D84-4571-AD21-57CB9729B855}" dt="2026-02-22T17:32:44.154" v="1803"/>
          <ac:spMkLst>
            <pc:docMk/>
            <pc:sldMk cId="1376706765" sldId="382"/>
            <ac:spMk id="11" creationId="{B1D6E0C3-D308-93DC-5E28-C9158DC54C94}"/>
          </ac:spMkLst>
        </pc:spChg>
      </pc:sldChg>
      <pc:sldChg chg="del">
        <pc:chgData name="Anaswara Rajesh" userId="543c9b4a4f0b0e08" providerId="LiveId" clId="{3A2F1E0B-6D84-4571-AD21-57CB9729B855}" dt="2026-02-22T18:04:20.394" v="2429" actId="2696"/>
        <pc:sldMkLst>
          <pc:docMk/>
          <pc:sldMk cId="134048811" sldId="384"/>
        </pc:sldMkLst>
      </pc:sldChg>
      <pc:sldChg chg="addSp delSp modSp mod ord">
        <pc:chgData name="Anaswara Rajesh" userId="543c9b4a4f0b0e08" providerId="LiveId" clId="{3A2F1E0B-6D84-4571-AD21-57CB9729B855}" dt="2026-02-22T17:55:32.886" v="2352" actId="1076"/>
        <pc:sldMkLst>
          <pc:docMk/>
          <pc:sldMk cId="3814807872" sldId="385"/>
        </pc:sldMkLst>
        <pc:spChg chg="mod">
          <ac:chgData name="Anaswara Rajesh" userId="543c9b4a4f0b0e08" providerId="LiveId" clId="{3A2F1E0B-6D84-4571-AD21-57CB9729B855}" dt="2026-02-22T17:36:49.698" v="1850" actId="14100"/>
          <ac:spMkLst>
            <pc:docMk/>
            <pc:sldMk cId="3814807872" sldId="385"/>
            <ac:spMk id="2" creationId="{20B10C90-6BBE-F64E-8A60-EF9E60B2BAE1}"/>
          </ac:spMkLst>
        </pc:spChg>
        <pc:spChg chg="del">
          <ac:chgData name="Anaswara Rajesh" userId="543c9b4a4f0b0e08" providerId="LiveId" clId="{3A2F1E0B-6D84-4571-AD21-57CB9729B855}" dt="2026-02-22T17:48:06.104" v="2034" actId="21"/>
          <ac:spMkLst>
            <pc:docMk/>
            <pc:sldMk cId="3814807872" sldId="385"/>
            <ac:spMk id="3" creationId="{F19EEB4B-BEE5-ACC5-4BA2-AA6194616633}"/>
          </ac:spMkLst>
        </pc:spChg>
        <pc:spChg chg="mod topLvl">
          <ac:chgData name="Anaswara Rajesh" userId="543c9b4a4f0b0e08" providerId="LiveId" clId="{3A2F1E0B-6D84-4571-AD21-57CB9729B855}" dt="2026-02-22T17:38:52.493" v="1880" actId="165"/>
          <ac:spMkLst>
            <pc:docMk/>
            <pc:sldMk cId="3814807872" sldId="385"/>
            <ac:spMk id="7" creationId="{784F79C9-63CA-B09F-DB82-34E2BBFC2D8E}"/>
          </ac:spMkLst>
        </pc:spChg>
        <pc:spChg chg="del">
          <ac:chgData name="Anaswara Rajesh" userId="543c9b4a4f0b0e08" providerId="LiveId" clId="{3A2F1E0B-6D84-4571-AD21-57CB9729B855}" dt="2026-02-22T17:37:06.014" v="1852" actId="21"/>
          <ac:spMkLst>
            <pc:docMk/>
            <pc:sldMk cId="3814807872" sldId="385"/>
            <ac:spMk id="8" creationId="{EA27270A-BF3C-89DA-2EF4-37896691B69A}"/>
          </ac:spMkLst>
        </pc:spChg>
        <pc:spChg chg="del mod topLvl">
          <ac:chgData name="Anaswara Rajesh" userId="543c9b4a4f0b0e08" providerId="LiveId" clId="{3A2F1E0B-6D84-4571-AD21-57CB9729B855}" dt="2026-02-22T17:49:22.571" v="2045" actId="21"/>
          <ac:spMkLst>
            <pc:docMk/>
            <pc:sldMk cId="3814807872" sldId="385"/>
            <ac:spMk id="9" creationId="{AD403014-9A9E-F590-D686-87CC339A03ED}"/>
          </ac:spMkLst>
        </pc:spChg>
        <pc:spChg chg="del">
          <ac:chgData name="Anaswara Rajesh" userId="543c9b4a4f0b0e08" providerId="LiveId" clId="{3A2F1E0B-6D84-4571-AD21-57CB9729B855}" dt="2026-02-22T17:37:11.974" v="1853" actId="21"/>
          <ac:spMkLst>
            <pc:docMk/>
            <pc:sldMk cId="3814807872" sldId="385"/>
            <ac:spMk id="10" creationId="{A5EEF42C-BCC4-2F65-E5AD-F55E1DF828A6}"/>
          </ac:spMkLst>
        </pc:spChg>
        <pc:spChg chg="del mod topLvl">
          <ac:chgData name="Anaswara Rajesh" userId="543c9b4a4f0b0e08" providerId="LiveId" clId="{3A2F1E0B-6D84-4571-AD21-57CB9729B855}" dt="2026-02-22T17:38:59.886" v="1882" actId="21"/>
          <ac:spMkLst>
            <pc:docMk/>
            <pc:sldMk cId="3814807872" sldId="385"/>
            <ac:spMk id="11" creationId="{43FC9BFA-540C-62E3-110B-DB45E2B1997F}"/>
          </ac:spMkLst>
        </pc:spChg>
        <pc:spChg chg="del">
          <ac:chgData name="Anaswara Rajesh" userId="543c9b4a4f0b0e08" providerId="LiveId" clId="{3A2F1E0B-6D84-4571-AD21-57CB9729B855}" dt="2026-02-22T17:37:17.150" v="1854" actId="21"/>
          <ac:spMkLst>
            <pc:docMk/>
            <pc:sldMk cId="3814807872" sldId="385"/>
            <ac:spMk id="12" creationId="{5E64EDBF-2E4C-F9F1-9707-2384BF78C378}"/>
          </ac:spMkLst>
        </pc:spChg>
        <pc:spChg chg="mod topLvl">
          <ac:chgData name="Anaswara Rajesh" userId="543c9b4a4f0b0e08" providerId="LiveId" clId="{3A2F1E0B-6D84-4571-AD21-57CB9729B855}" dt="2026-02-22T17:38:52.493" v="1880" actId="165"/>
          <ac:spMkLst>
            <pc:docMk/>
            <pc:sldMk cId="3814807872" sldId="385"/>
            <ac:spMk id="13" creationId="{C6561523-6EE6-2AAF-AC2A-03E4526FF936}"/>
          </ac:spMkLst>
        </pc:spChg>
        <pc:spChg chg="del mod">
          <ac:chgData name="Anaswara Rajesh" userId="543c9b4a4f0b0e08" providerId="LiveId" clId="{3A2F1E0B-6D84-4571-AD21-57CB9729B855}" dt="2026-02-22T17:37:20.974" v="1856" actId="21"/>
          <ac:spMkLst>
            <pc:docMk/>
            <pc:sldMk cId="3814807872" sldId="385"/>
            <ac:spMk id="14" creationId="{224421DD-214B-4390-073C-8A09479EEAE5}"/>
          </ac:spMkLst>
        </pc:spChg>
        <pc:spChg chg="del mod topLvl">
          <ac:chgData name="Anaswara Rajesh" userId="543c9b4a4f0b0e08" providerId="LiveId" clId="{3A2F1E0B-6D84-4571-AD21-57CB9729B855}" dt="2026-02-22T17:39:04.415" v="1883" actId="21"/>
          <ac:spMkLst>
            <pc:docMk/>
            <pc:sldMk cId="3814807872" sldId="385"/>
            <ac:spMk id="15" creationId="{5132750B-025F-97C1-C842-FCFF6F7D9138}"/>
          </ac:spMkLst>
        </pc:spChg>
        <pc:spChg chg="del">
          <ac:chgData name="Anaswara Rajesh" userId="543c9b4a4f0b0e08" providerId="LiveId" clId="{3A2F1E0B-6D84-4571-AD21-57CB9729B855}" dt="2026-02-22T17:37:24.728" v="1857" actId="21"/>
          <ac:spMkLst>
            <pc:docMk/>
            <pc:sldMk cId="3814807872" sldId="385"/>
            <ac:spMk id="16" creationId="{AFEA52D8-6EF3-E96B-AC17-D7D812BB2F09}"/>
          </ac:spMkLst>
        </pc:spChg>
        <pc:spChg chg="mod topLvl">
          <ac:chgData name="Anaswara Rajesh" userId="543c9b4a4f0b0e08" providerId="LiveId" clId="{3A2F1E0B-6D84-4571-AD21-57CB9729B855}" dt="2026-02-22T17:38:52.493" v="1880" actId="165"/>
          <ac:spMkLst>
            <pc:docMk/>
            <pc:sldMk cId="3814807872" sldId="385"/>
            <ac:spMk id="17" creationId="{565AD21D-AA9C-9F26-96E1-8CF61AFE5F1B}"/>
          </ac:spMkLst>
        </pc:spChg>
        <pc:spChg chg="del">
          <ac:chgData name="Anaswara Rajesh" userId="543c9b4a4f0b0e08" providerId="LiveId" clId="{3A2F1E0B-6D84-4571-AD21-57CB9729B855}" dt="2026-02-22T17:37:27.971" v="1858" actId="21"/>
          <ac:spMkLst>
            <pc:docMk/>
            <pc:sldMk cId="3814807872" sldId="385"/>
            <ac:spMk id="18" creationId="{AA9EFEED-3A11-AFAC-A7F7-5F1FD77728F5}"/>
          </ac:spMkLst>
        </pc:spChg>
        <pc:spChg chg="del mod topLvl">
          <ac:chgData name="Anaswara Rajesh" userId="543c9b4a4f0b0e08" providerId="LiveId" clId="{3A2F1E0B-6D84-4571-AD21-57CB9729B855}" dt="2026-02-22T17:39:10.228" v="1885" actId="21"/>
          <ac:spMkLst>
            <pc:docMk/>
            <pc:sldMk cId="3814807872" sldId="385"/>
            <ac:spMk id="19" creationId="{3D7176A4-615D-9349-DC88-FC8F950E522B}"/>
          </ac:spMkLst>
        </pc:spChg>
        <pc:spChg chg="del">
          <ac:chgData name="Anaswara Rajesh" userId="543c9b4a4f0b0e08" providerId="LiveId" clId="{3A2F1E0B-6D84-4571-AD21-57CB9729B855}" dt="2026-02-22T17:37:32.066" v="1859" actId="21"/>
          <ac:spMkLst>
            <pc:docMk/>
            <pc:sldMk cId="3814807872" sldId="385"/>
            <ac:spMk id="20" creationId="{870B2B44-057F-D78B-D8F4-C9A2F1E4B374}"/>
          </ac:spMkLst>
        </pc:spChg>
        <pc:spChg chg="add mod">
          <ac:chgData name="Anaswara Rajesh" userId="543c9b4a4f0b0e08" providerId="LiveId" clId="{3A2F1E0B-6D84-4571-AD21-57CB9729B855}" dt="2026-02-22T17:55:26.561" v="2351" actId="1076"/>
          <ac:spMkLst>
            <pc:docMk/>
            <pc:sldMk cId="3814807872" sldId="385"/>
            <ac:spMk id="21" creationId="{31C46938-0195-D73D-62CF-3796941A6B50}"/>
          </ac:spMkLst>
        </pc:spChg>
        <pc:grpChg chg="add del mod">
          <ac:chgData name="Anaswara Rajesh" userId="543c9b4a4f0b0e08" providerId="LiveId" clId="{3A2F1E0B-6D84-4571-AD21-57CB9729B855}" dt="2026-02-22T17:38:52.493" v="1880" actId="165"/>
          <ac:grpSpMkLst>
            <pc:docMk/>
            <pc:sldMk cId="3814807872" sldId="385"/>
            <ac:grpSpMk id="6" creationId="{2D1EEEAF-5F3C-A2EF-525E-3E4299ED501F}"/>
          </ac:grpSpMkLst>
        </pc:grpChg>
        <pc:picChg chg="add mod">
          <ac:chgData name="Anaswara Rajesh" userId="543c9b4a4f0b0e08" providerId="LiveId" clId="{3A2F1E0B-6D84-4571-AD21-57CB9729B855}" dt="2026-02-22T17:55:32.886" v="2352" actId="1076"/>
          <ac:picMkLst>
            <pc:docMk/>
            <pc:sldMk cId="3814807872" sldId="385"/>
            <ac:picMk id="23" creationId="{5B43498D-CA0A-6BC9-7B8B-580D66FBDB5D}"/>
          </ac:picMkLst>
        </pc:picChg>
      </pc:sldChg>
      <pc:sldChg chg="del">
        <pc:chgData name="Anaswara Rajesh" userId="543c9b4a4f0b0e08" providerId="LiveId" clId="{3A2F1E0B-6D84-4571-AD21-57CB9729B855}" dt="2026-02-22T18:04:27.033" v="2431" actId="2696"/>
        <pc:sldMkLst>
          <pc:docMk/>
          <pc:sldMk cId="2319507040" sldId="388"/>
        </pc:sldMkLst>
      </pc:sldChg>
      <pc:sldChg chg="del">
        <pc:chgData name="Anaswara Rajesh" userId="543c9b4a4f0b0e08" providerId="LiveId" clId="{3A2F1E0B-6D84-4571-AD21-57CB9729B855}" dt="2026-02-22T18:04:31.141" v="2432" actId="2696"/>
        <pc:sldMkLst>
          <pc:docMk/>
          <pc:sldMk cId="966595522" sldId="389"/>
        </pc:sldMkLst>
      </pc:sldChg>
      <pc:sldChg chg="addSp delSp modSp mod">
        <pc:chgData name="Anaswara Rajesh" userId="543c9b4a4f0b0e08" providerId="LiveId" clId="{3A2F1E0B-6D84-4571-AD21-57CB9729B855}" dt="2026-02-22T18:08:28.685" v="2460" actId="21"/>
        <pc:sldMkLst>
          <pc:docMk/>
          <pc:sldMk cId="3733665254" sldId="390"/>
        </pc:sldMkLst>
        <pc:spChg chg="mod">
          <ac:chgData name="Anaswara Rajesh" userId="543c9b4a4f0b0e08" providerId="LiveId" clId="{3A2F1E0B-6D84-4571-AD21-57CB9729B855}" dt="2026-02-22T17:10:10.849" v="1592" actId="1076"/>
          <ac:spMkLst>
            <pc:docMk/>
            <pc:sldMk cId="3733665254" sldId="390"/>
            <ac:spMk id="2" creationId="{242A306E-F0AE-576B-FADB-4B5983F40633}"/>
          </ac:spMkLst>
        </pc:spChg>
        <pc:spChg chg="mod">
          <ac:chgData name="Anaswara Rajesh" userId="543c9b4a4f0b0e08" providerId="LiveId" clId="{3A2F1E0B-6D84-4571-AD21-57CB9729B855}" dt="2026-02-22T14:49:28.697" v="544" actId="1076"/>
          <ac:spMkLst>
            <pc:docMk/>
            <pc:sldMk cId="3733665254" sldId="390"/>
            <ac:spMk id="3" creationId="{27573208-F9ED-993D-477F-AD36CA6ABB58}"/>
          </ac:spMkLst>
        </pc:spChg>
        <pc:spChg chg="mod">
          <ac:chgData name="Anaswara Rajesh" userId="543c9b4a4f0b0e08" providerId="LiveId" clId="{3A2F1E0B-6D84-4571-AD21-57CB9729B855}" dt="2026-02-22T16:58:41.403" v="1479" actId="1076"/>
          <ac:spMkLst>
            <pc:docMk/>
            <pc:sldMk cId="3733665254" sldId="390"/>
            <ac:spMk id="4" creationId="{046E845C-50F8-D0D3-B695-3EBD492039AF}"/>
          </ac:spMkLst>
        </pc:spChg>
        <pc:spChg chg="mod">
          <ac:chgData name="Anaswara Rajesh" userId="543c9b4a4f0b0e08" providerId="LiveId" clId="{3A2F1E0B-6D84-4571-AD21-57CB9729B855}" dt="2026-02-22T16:58:33.607" v="1477" actId="1076"/>
          <ac:spMkLst>
            <pc:docMk/>
            <pc:sldMk cId="3733665254" sldId="390"/>
            <ac:spMk id="5" creationId="{9B8AA8EA-154B-1586-1B03-2A3E56C82B92}"/>
          </ac:spMkLst>
        </pc:spChg>
        <pc:spChg chg="mod">
          <ac:chgData name="Anaswara Rajesh" userId="543c9b4a4f0b0e08" providerId="LiveId" clId="{3A2F1E0B-6D84-4571-AD21-57CB9729B855}" dt="2026-02-22T16:58:20.188" v="1475" actId="1076"/>
          <ac:spMkLst>
            <pc:docMk/>
            <pc:sldMk cId="3733665254" sldId="390"/>
            <ac:spMk id="6" creationId="{5E22715B-93B4-5AF2-4CF7-4210F6FACB22}"/>
          </ac:spMkLst>
        </pc:spChg>
        <pc:spChg chg="del">
          <ac:chgData name="Anaswara Rajesh" userId="543c9b4a4f0b0e08" providerId="LiveId" clId="{3A2F1E0B-6D84-4571-AD21-57CB9729B855}" dt="2026-02-22T18:08:28.685" v="2460" actId="21"/>
          <ac:spMkLst>
            <pc:docMk/>
            <pc:sldMk cId="3733665254" sldId="390"/>
            <ac:spMk id="7" creationId="{96A50566-A544-45FD-3EA5-98A56BFA4435}"/>
          </ac:spMkLst>
        </pc:spChg>
        <pc:spChg chg="mod">
          <ac:chgData name="Anaswara Rajesh" userId="543c9b4a4f0b0e08" providerId="LiveId" clId="{3A2F1E0B-6D84-4571-AD21-57CB9729B855}" dt="2026-02-22T17:11:15.410" v="1602" actId="207"/>
          <ac:spMkLst>
            <pc:docMk/>
            <pc:sldMk cId="3733665254" sldId="390"/>
            <ac:spMk id="9" creationId="{2953FD73-3C20-1A2D-592F-07E395610DC1}"/>
          </ac:spMkLst>
        </pc:spChg>
        <pc:spChg chg="mod">
          <ac:chgData name="Anaswara Rajesh" userId="543c9b4a4f0b0e08" providerId="LiveId" clId="{3A2F1E0B-6D84-4571-AD21-57CB9729B855}" dt="2026-02-22T16:59:09.167" v="1483" actId="255"/>
          <ac:spMkLst>
            <pc:docMk/>
            <pc:sldMk cId="3733665254" sldId="390"/>
            <ac:spMk id="10" creationId="{F9D0D8A3-29BB-11A9-A461-E1AEF55627E0}"/>
          </ac:spMkLst>
        </pc:spChg>
        <pc:spChg chg="mod">
          <ac:chgData name="Anaswara Rajesh" userId="543c9b4a4f0b0e08" providerId="LiveId" clId="{3A2F1E0B-6D84-4571-AD21-57CB9729B855}" dt="2026-02-22T14:49:24.423" v="543" actId="1076"/>
          <ac:spMkLst>
            <pc:docMk/>
            <pc:sldMk cId="3733665254" sldId="390"/>
            <ac:spMk id="11" creationId="{8FFF4002-1A50-108B-9DC3-0DFAA750E43E}"/>
          </ac:spMkLst>
        </pc:spChg>
        <pc:spChg chg="mod">
          <ac:chgData name="Anaswara Rajesh" userId="543c9b4a4f0b0e08" providerId="LiveId" clId="{3A2F1E0B-6D84-4571-AD21-57CB9729B855}" dt="2026-02-22T16:58:25.349" v="1476" actId="1076"/>
          <ac:spMkLst>
            <pc:docMk/>
            <pc:sldMk cId="3733665254" sldId="390"/>
            <ac:spMk id="12" creationId="{9B9220A8-F124-7A65-E119-AC65CC91023E}"/>
          </ac:spMkLst>
        </pc:spChg>
        <pc:spChg chg="add del">
          <ac:chgData name="Anaswara Rajesh" userId="543c9b4a4f0b0e08" providerId="LiveId" clId="{3A2F1E0B-6D84-4571-AD21-57CB9729B855}" dt="2026-02-22T14:26:19.430" v="267" actId="22"/>
          <ac:spMkLst>
            <pc:docMk/>
            <pc:sldMk cId="3733665254" sldId="390"/>
            <ac:spMk id="14" creationId="{D0137D21-B3AE-D1F1-A908-B62BF3B0E6BE}"/>
          </ac:spMkLst>
        </pc:spChg>
        <pc:spChg chg="add mod">
          <ac:chgData name="Anaswara Rajesh" userId="543c9b4a4f0b0e08" providerId="LiveId" clId="{3A2F1E0B-6D84-4571-AD21-57CB9729B855}" dt="2026-02-22T16:58:55.317" v="1481" actId="1076"/>
          <ac:spMkLst>
            <pc:docMk/>
            <pc:sldMk cId="3733665254" sldId="390"/>
            <ac:spMk id="16" creationId="{9F03AA15-F214-80A7-3D63-919591C64975}"/>
          </ac:spMkLst>
        </pc:spChg>
        <pc:spChg chg="add mod">
          <ac:chgData name="Anaswara Rajesh" userId="543c9b4a4f0b0e08" providerId="LiveId" clId="{3A2F1E0B-6D84-4571-AD21-57CB9729B855}" dt="2026-02-22T16:58:50.887" v="1480" actId="1076"/>
          <ac:spMkLst>
            <pc:docMk/>
            <pc:sldMk cId="3733665254" sldId="390"/>
            <ac:spMk id="18" creationId="{EC6F05D3-5F9D-1D12-11C3-8F3735AEB3BB}"/>
          </ac:spMkLst>
        </pc:spChg>
        <pc:spChg chg="add">
          <ac:chgData name="Anaswara Rajesh" userId="543c9b4a4f0b0e08" providerId="LiveId" clId="{3A2F1E0B-6D84-4571-AD21-57CB9729B855}" dt="2026-02-22T14:45:16.964" v="347"/>
          <ac:spMkLst>
            <pc:docMk/>
            <pc:sldMk cId="3733665254" sldId="390"/>
            <ac:spMk id="19" creationId="{4594AFB1-37CC-B14F-3F5E-10F4D82A10EE}"/>
          </ac:spMkLst>
        </pc:spChg>
        <pc:spChg chg="add del mod">
          <ac:chgData name="Anaswara Rajesh" userId="543c9b4a4f0b0e08" providerId="LiveId" clId="{3A2F1E0B-6D84-4571-AD21-57CB9729B855}" dt="2026-02-22T14:49:59.422" v="549" actId="21"/>
          <ac:spMkLst>
            <pc:docMk/>
            <pc:sldMk cId="3733665254" sldId="390"/>
            <ac:spMk id="20" creationId="{49D05A81-6F1E-E43D-57FF-4460CC56C013}"/>
          </ac:spMkLst>
        </pc:spChg>
        <pc:spChg chg="mod">
          <ac:chgData name="Anaswara Rajesh" userId="543c9b4a4f0b0e08" providerId="LiveId" clId="{3A2F1E0B-6D84-4571-AD21-57CB9729B855}" dt="2026-02-22T16:58:36.384" v="1478" actId="1076"/>
          <ac:spMkLst>
            <pc:docMk/>
            <pc:sldMk cId="3733665254" sldId="390"/>
            <ac:spMk id="133" creationId="{7642D3A8-5C4E-FC41-22B8-E5B06B4FF72C}"/>
          </ac:spMkLst>
        </pc:spChg>
      </pc:sldChg>
      <pc:sldChg chg="delSp modSp mod">
        <pc:chgData name="Anaswara Rajesh" userId="543c9b4a4f0b0e08" providerId="LiveId" clId="{3A2F1E0B-6D84-4571-AD21-57CB9729B855}" dt="2026-02-22T18:07:39.780" v="2458" actId="21"/>
        <pc:sldMkLst>
          <pc:docMk/>
          <pc:sldMk cId="3068072395" sldId="392"/>
        </pc:sldMkLst>
        <pc:spChg chg="del mod">
          <ac:chgData name="Anaswara Rajesh" userId="543c9b4a4f0b0e08" providerId="LiveId" clId="{3A2F1E0B-6D84-4571-AD21-57CB9729B855}" dt="2026-02-22T18:07:39.780" v="2458" actId="21"/>
          <ac:spMkLst>
            <pc:docMk/>
            <pc:sldMk cId="3068072395" sldId="392"/>
            <ac:spMk id="8" creationId="{A810EE3C-B2C8-8259-C6FD-8E6EB78A463B}"/>
          </ac:spMkLst>
        </pc:spChg>
        <pc:spChg chg="mod">
          <ac:chgData name="Anaswara Rajesh" userId="543c9b4a4f0b0e08" providerId="LiveId" clId="{3A2F1E0B-6D84-4571-AD21-57CB9729B855}" dt="2026-02-22T18:06:55.502" v="2449" actId="14100"/>
          <ac:spMkLst>
            <pc:docMk/>
            <pc:sldMk cId="3068072395" sldId="392"/>
            <ac:spMk id="10" creationId="{DC2C5D4E-F481-B17C-DFEF-7F9F7D414FC3}"/>
          </ac:spMkLst>
        </pc:spChg>
        <pc:spChg chg="mod">
          <ac:chgData name="Anaswara Rajesh" userId="543c9b4a4f0b0e08" providerId="LiveId" clId="{3A2F1E0B-6D84-4571-AD21-57CB9729B855}" dt="2026-02-22T18:07:33.168" v="2457" actId="5793"/>
          <ac:spMkLst>
            <pc:docMk/>
            <pc:sldMk cId="3068072395" sldId="392"/>
            <ac:spMk id="11" creationId="{84B71A9C-F374-B122-4E3F-6FED01909205}"/>
          </ac:spMkLst>
        </pc:spChg>
      </pc:sldChg>
      <pc:sldChg chg="del">
        <pc:chgData name="Anaswara Rajesh" userId="543c9b4a4f0b0e08" providerId="LiveId" clId="{3A2F1E0B-6D84-4571-AD21-57CB9729B855}" dt="2026-02-22T18:04:23.846" v="2430" actId="2696"/>
        <pc:sldMkLst>
          <pc:docMk/>
          <pc:sldMk cId="3900601520" sldId="394"/>
        </pc:sldMkLst>
      </pc:sldChg>
      <pc:sldChg chg="del">
        <pc:chgData name="Anaswara Rajesh" userId="543c9b4a4f0b0e08" providerId="LiveId" clId="{3A2F1E0B-6D84-4571-AD21-57CB9729B855}" dt="2026-02-22T18:04:34.824" v="2433" actId="2696"/>
        <pc:sldMkLst>
          <pc:docMk/>
          <pc:sldMk cId="228225852" sldId="395"/>
        </pc:sldMkLst>
      </pc:sldChg>
      <pc:sldChg chg="del">
        <pc:chgData name="Anaswara Rajesh" userId="543c9b4a4f0b0e08" providerId="LiveId" clId="{3A2F1E0B-6D84-4571-AD21-57CB9729B855}" dt="2026-02-22T18:04:39.533" v="2434" actId="2696"/>
        <pc:sldMkLst>
          <pc:docMk/>
          <pc:sldMk cId="1245426592" sldId="396"/>
        </pc:sldMkLst>
      </pc:sldChg>
      <pc:sldChg chg="del">
        <pc:chgData name="Anaswara Rajesh" userId="543c9b4a4f0b0e08" providerId="LiveId" clId="{3A2F1E0B-6D84-4571-AD21-57CB9729B855}" dt="2026-02-22T18:05:12.324" v="2435" actId="2696"/>
        <pc:sldMkLst>
          <pc:docMk/>
          <pc:sldMk cId="1820721610" sldId="397"/>
        </pc:sldMkLst>
      </pc:sldChg>
      <pc:sldChg chg="del">
        <pc:chgData name="Anaswara Rajesh" userId="543c9b4a4f0b0e08" providerId="LiveId" clId="{3A2F1E0B-6D84-4571-AD21-57CB9729B855}" dt="2026-02-22T18:06:23.608" v="2439" actId="2696"/>
        <pc:sldMkLst>
          <pc:docMk/>
          <pc:sldMk cId="3142743128" sldId="399"/>
        </pc:sldMkLst>
      </pc:sldChg>
      <pc:sldChg chg="addSp delSp modSp mod ord">
        <pc:chgData name="Anaswara Rajesh" userId="543c9b4a4f0b0e08" providerId="LiveId" clId="{3A2F1E0B-6D84-4571-AD21-57CB9729B855}" dt="2026-02-22T18:08:45.325" v="2461" actId="21"/>
        <pc:sldMkLst>
          <pc:docMk/>
          <pc:sldMk cId="1694263933" sldId="400"/>
        </pc:sldMkLst>
        <pc:spChg chg="mod">
          <ac:chgData name="Anaswara Rajesh" userId="543c9b4a4f0b0e08" providerId="LiveId" clId="{3A2F1E0B-6D84-4571-AD21-57CB9729B855}" dt="2026-02-22T17:58:25.569" v="2379" actId="207"/>
          <ac:spMkLst>
            <pc:docMk/>
            <pc:sldMk cId="1694263933" sldId="400"/>
            <ac:spMk id="2" creationId="{B3BB70C2-2BC7-ACBA-2A48-FB5A0624CCD3}"/>
          </ac:spMkLst>
        </pc:spChg>
        <pc:spChg chg="del">
          <ac:chgData name="Anaswara Rajesh" userId="543c9b4a4f0b0e08" providerId="LiveId" clId="{3A2F1E0B-6D84-4571-AD21-57CB9729B855}" dt="2026-02-22T18:08:45.325" v="2461" actId="21"/>
          <ac:spMkLst>
            <pc:docMk/>
            <pc:sldMk cId="1694263933" sldId="400"/>
            <ac:spMk id="3" creationId="{C77D8D77-76B4-32B5-0188-954E3F52D6BC}"/>
          </ac:spMkLst>
        </pc:spChg>
        <pc:spChg chg="mod">
          <ac:chgData name="Anaswara Rajesh" userId="543c9b4a4f0b0e08" providerId="LiveId" clId="{3A2F1E0B-6D84-4571-AD21-57CB9729B855}" dt="2026-02-22T17:58:42.137" v="2382" actId="2711"/>
          <ac:spMkLst>
            <pc:docMk/>
            <pc:sldMk cId="1694263933" sldId="400"/>
            <ac:spMk id="5" creationId="{2AD8B79D-FCF6-F417-A7A6-C19A8B41E346}"/>
          </ac:spMkLst>
        </pc:spChg>
        <pc:spChg chg="mod">
          <ac:chgData name="Anaswara Rajesh" userId="543c9b4a4f0b0e08" providerId="LiveId" clId="{3A2F1E0B-6D84-4571-AD21-57CB9729B855}" dt="2026-02-22T18:06:06.301" v="2437" actId="14100"/>
          <ac:spMkLst>
            <pc:docMk/>
            <pc:sldMk cId="1694263933" sldId="400"/>
            <ac:spMk id="6" creationId="{42865FEB-6500-FA87-0C66-04654CE275B9}"/>
          </ac:spMkLst>
        </pc:spChg>
        <pc:spChg chg="mod">
          <ac:chgData name="Anaswara Rajesh" userId="543c9b4a4f0b0e08" providerId="LiveId" clId="{3A2F1E0B-6D84-4571-AD21-57CB9729B855}" dt="2026-02-22T17:59:28.394" v="2387" actId="5793"/>
          <ac:spMkLst>
            <pc:docMk/>
            <pc:sldMk cId="1694263933" sldId="400"/>
            <ac:spMk id="7" creationId="{B9581666-DFBC-9C8D-DF93-6FC6DE86B714}"/>
          </ac:spMkLst>
        </pc:spChg>
        <pc:spChg chg="add del">
          <ac:chgData name="Anaswara Rajesh" userId="543c9b4a4f0b0e08" providerId="LiveId" clId="{3A2F1E0B-6D84-4571-AD21-57CB9729B855}" dt="2026-02-22T17:56:36.449" v="2355" actId="22"/>
          <ac:spMkLst>
            <pc:docMk/>
            <pc:sldMk cId="1694263933" sldId="400"/>
            <ac:spMk id="9" creationId="{37EA1ABE-CE8B-80C2-FAF4-9BCC27F6E827}"/>
          </ac:spMkLst>
        </pc:spChg>
        <pc:spChg chg="add del mod">
          <ac:chgData name="Anaswara Rajesh" userId="543c9b4a4f0b0e08" providerId="LiveId" clId="{3A2F1E0B-6D84-4571-AD21-57CB9729B855}" dt="2026-02-22T17:58:21.802" v="2378" actId="21"/>
          <ac:spMkLst>
            <pc:docMk/>
            <pc:sldMk cId="1694263933" sldId="400"/>
            <ac:spMk id="11" creationId="{2E5C7AD2-1AEF-ED88-01BA-BF31CD3F900B}"/>
          </ac:spMkLst>
        </pc:spChg>
      </pc:sldChg>
      <pc:sldChg chg="del">
        <pc:chgData name="Anaswara Rajesh" userId="543c9b4a4f0b0e08" providerId="LiveId" clId="{3A2F1E0B-6D84-4571-AD21-57CB9729B855}" dt="2026-02-22T17:56:22.365" v="2353" actId="2696"/>
        <pc:sldMkLst>
          <pc:docMk/>
          <pc:sldMk cId="2563058067" sldId="401"/>
        </pc:sldMkLst>
      </pc:sldChg>
      <pc:sldChg chg="del">
        <pc:chgData name="Anaswara Rajesh" userId="543c9b4a4f0b0e08" providerId="LiveId" clId="{3A2F1E0B-6D84-4571-AD21-57CB9729B855}" dt="2026-02-22T18:06:30.107" v="2440" actId="2696"/>
        <pc:sldMkLst>
          <pc:docMk/>
          <pc:sldMk cId="2406872483" sldId="402"/>
        </pc:sldMkLst>
      </pc:sldChg>
      <pc:sldChg chg="del">
        <pc:chgData name="Anaswara Rajesh" userId="543c9b4a4f0b0e08" providerId="LiveId" clId="{3A2F1E0B-6D84-4571-AD21-57CB9729B855}" dt="2026-02-22T18:05:14.514" v="2436" actId="2696"/>
        <pc:sldMkLst>
          <pc:docMk/>
          <pc:sldMk cId="4036022908" sldId="404"/>
        </pc:sldMkLst>
      </pc:sldChg>
      <pc:sldChg chg="addSp delSp modSp add mod">
        <pc:chgData name="Anaswara Rajesh" userId="543c9b4a4f0b0e08" providerId="LiveId" clId="{3A2F1E0B-6D84-4571-AD21-57CB9729B855}" dt="2026-02-22T18:08:51.079" v="2462" actId="21"/>
        <pc:sldMkLst>
          <pc:docMk/>
          <pc:sldMk cId="1612968006" sldId="405"/>
        </pc:sldMkLst>
        <pc:spChg chg="mod">
          <ac:chgData name="Anaswara Rajesh" userId="543c9b4a4f0b0e08" providerId="LiveId" clId="{3A2F1E0B-6D84-4571-AD21-57CB9729B855}" dt="2026-02-22T18:04:04.422" v="2427" actId="6559"/>
          <ac:spMkLst>
            <pc:docMk/>
            <pc:sldMk cId="1612968006" sldId="405"/>
            <ac:spMk id="2" creationId="{207B565B-7436-74AE-2E5B-3078FEE74075}"/>
          </ac:spMkLst>
        </pc:spChg>
        <pc:spChg chg="del">
          <ac:chgData name="Anaswara Rajesh" userId="543c9b4a4f0b0e08" providerId="LiveId" clId="{3A2F1E0B-6D84-4571-AD21-57CB9729B855}" dt="2026-02-22T18:08:51.079" v="2462" actId="21"/>
          <ac:spMkLst>
            <pc:docMk/>
            <pc:sldMk cId="1612968006" sldId="405"/>
            <ac:spMk id="3" creationId="{47110C5D-1FFC-1A74-CDC6-37A6D294372E}"/>
          </ac:spMkLst>
        </pc:spChg>
        <pc:spChg chg="mod">
          <ac:chgData name="Anaswara Rajesh" userId="543c9b4a4f0b0e08" providerId="LiveId" clId="{3A2F1E0B-6D84-4571-AD21-57CB9729B855}" dt="2026-02-22T18:02:44.202" v="2407" actId="14100"/>
          <ac:spMkLst>
            <pc:docMk/>
            <pc:sldMk cId="1612968006" sldId="405"/>
            <ac:spMk id="5" creationId="{685BFCAD-2C03-6859-2905-E4776F60EE5A}"/>
          </ac:spMkLst>
        </pc:spChg>
        <pc:spChg chg="mod">
          <ac:chgData name="Anaswara Rajesh" userId="543c9b4a4f0b0e08" providerId="LiveId" clId="{3A2F1E0B-6D84-4571-AD21-57CB9729B855}" dt="2026-02-22T18:06:12.349" v="2438" actId="14100"/>
          <ac:spMkLst>
            <pc:docMk/>
            <pc:sldMk cId="1612968006" sldId="405"/>
            <ac:spMk id="6" creationId="{2659D262-83EA-7EE1-7750-165DF63E4998}"/>
          </ac:spMkLst>
        </pc:spChg>
        <pc:spChg chg="mod">
          <ac:chgData name="Anaswara Rajesh" userId="543c9b4a4f0b0e08" providerId="LiveId" clId="{3A2F1E0B-6D84-4571-AD21-57CB9729B855}" dt="2026-02-22T18:02:09.171" v="2400"/>
          <ac:spMkLst>
            <pc:docMk/>
            <pc:sldMk cId="1612968006" sldId="405"/>
            <ac:spMk id="7" creationId="{364CCE74-6D87-35BA-3E93-C8CAEB99A86C}"/>
          </ac:spMkLst>
        </pc:spChg>
        <pc:spChg chg="add del mod">
          <ac:chgData name="Anaswara Rajesh" userId="543c9b4a4f0b0e08" providerId="LiveId" clId="{3A2F1E0B-6D84-4571-AD21-57CB9729B855}" dt="2026-02-22T18:03:32.951" v="2408" actId="21"/>
          <ac:spMkLst>
            <pc:docMk/>
            <pc:sldMk cId="1612968006" sldId="405"/>
            <ac:spMk id="9" creationId="{97F0BB3C-4F48-4B67-A6C7-599DDADD7D15}"/>
          </ac:spMkLst>
        </pc:spChg>
      </pc:sldChg>
      <pc:sldChg chg="add del">
        <pc:chgData name="Anaswara Rajesh" userId="543c9b4a4f0b0e08" providerId="LiveId" clId="{3A2F1E0B-6D84-4571-AD21-57CB9729B855}" dt="2026-02-22T16:59:18.886" v="1484" actId="2696"/>
        <pc:sldMkLst>
          <pc:docMk/>
          <pc:sldMk cId="2234386561" sldId="405"/>
        </pc:sldMkLst>
      </pc:sldChg>
      <pc:sldChg chg="new del">
        <pc:chgData name="Anaswara Rajesh" userId="543c9b4a4f0b0e08" providerId="LiveId" clId="{3A2F1E0B-6D84-4571-AD21-57CB9729B855}" dt="2026-02-22T14:23:51.379" v="170" actId="2696"/>
        <pc:sldMkLst>
          <pc:docMk/>
          <pc:sldMk cId="2464558408" sldId="4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2623BC-5453-41D9-8AAA-DC8C046E78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7D222-4B37-4341-A20E-5F7F6C3448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61D9A-746F-451D-A588-E1812F761F0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66901-B1E0-4CE0-9E4B-28767C873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24F09-7EC3-4666-A1BC-C6E796D196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8A818-BD7E-4D23-9FDE-11234E8699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67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B2845-231E-434A-B678-E6CE4B27D651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A4303-F8B1-2446-9487-0E9B8F2997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4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59547C-AB38-C793-550F-7C7D6CEE22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224" y="-1"/>
            <a:ext cx="11035552" cy="6858001"/>
          </a:xfrm>
          <a:noFill/>
        </p:spPr>
        <p:txBody>
          <a:bodyPr lIns="0" tIns="0" rIns="0" bIns="0" anchor="ctr">
            <a:noAutofit/>
          </a:bodyPr>
          <a:lstStyle>
            <a:lvl1pPr algn="l">
              <a:defRPr sz="8000" kern="1200" spc="1000" baseline="0">
                <a:ln>
                  <a:noFill/>
                </a:ln>
                <a:solidFill>
                  <a:srgbClr val="CB6E50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8" name="Picture Placeholder 26">
            <a:extLst>
              <a:ext uri="{FF2B5EF4-FFF2-40B4-BE49-F238E27FC236}">
                <a16:creationId xmlns:a16="http://schemas.microsoft.com/office/drawing/2014/main" id="{C0B4C216-E27C-7A50-CF5C-D340913FF5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8308" y="604554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4CF15-8EEB-3E61-A35B-A44FACDCD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8308" y="5901989"/>
            <a:ext cx="4085468" cy="46808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25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F1B2C6-F3A6-F65F-DF38-0E32604698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358823"/>
            <a:ext cx="6644109" cy="6858000"/>
          </a:xfrm>
        </p:spPr>
        <p:txBody>
          <a:bodyPr anchor="t">
            <a:no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76000" b="0" spc="1000">
                <a:solidFill>
                  <a:schemeClr val="accent1">
                    <a:alpha val="5000"/>
                  </a:schemeClr>
                </a:solidFill>
                <a:latin typeface="+mj-lt"/>
              </a:defRPr>
            </a:lvl1pPr>
            <a:lvl2pPr marL="457200" indent="0">
              <a:buNone/>
              <a:defRPr spc="1000">
                <a:latin typeface="Felix Titling" pitchFamily="82" charset="77"/>
              </a:defRPr>
            </a:lvl2pPr>
            <a:lvl3pPr marL="914400" indent="0">
              <a:buNone/>
              <a:defRPr spc="1000">
                <a:latin typeface="Felix Titling" pitchFamily="82" charset="77"/>
              </a:defRPr>
            </a:lvl3pPr>
            <a:lvl4pPr marL="1371600" indent="0">
              <a:buNone/>
              <a:defRPr spc="1000">
                <a:latin typeface="Felix Titling" pitchFamily="82" charset="77"/>
              </a:defRPr>
            </a:lvl4pPr>
            <a:lvl5pPr marL="1828800" indent="0">
              <a:buNone/>
              <a:defRPr spc="1000"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2547296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25014DBD-FC37-6FBB-AEBA-C82665282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34373" y="2547296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62835A7-C3E7-285E-CDF2-A44B022CFA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0284" y="2547296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26194" y="2547296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D5CDF0-03F4-067C-A930-F9EEE3F0E3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8462" y="3225113"/>
            <a:ext cx="2227344" cy="270723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1EA0E8C0-9652-ED9C-4CD9-6B72392D6D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34369" y="3225113"/>
            <a:ext cx="2227344" cy="270723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0155057-5F64-A44D-EBB6-913EC89187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30041" y="3225113"/>
            <a:ext cx="2227344" cy="270723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95532FA-0A0C-CF19-D640-F92609A782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3225113"/>
            <a:ext cx="2227344" cy="270723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8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6A67D644-32E7-08DE-4A04-59BC59DA6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23536" y="697867"/>
            <a:ext cx="4344928" cy="5462266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736204"/>
          </a:xfrm>
        </p:spPr>
        <p:txBody>
          <a:bodyPr anchor="ctr">
            <a:noAutofit/>
          </a:bodyPr>
          <a:lstStyle>
            <a:lvl1pPr algn="ctr">
              <a:defRPr sz="8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1A91CD-FAA1-12A5-36FC-FB6877A5CF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235" y="5501848"/>
            <a:ext cx="10515600" cy="135615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spc="5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9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10349A9-96E5-48EF-811D-326560B8C1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5962964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0571" y="3000733"/>
            <a:ext cx="5763227" cy="2996309"/>
          </a:xfrm>
        </p:spPr>
        <p:txBody>
          <a:bodyPr lIns="0" tIns="0" rIns="0" bIns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7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192137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8E835A2-9A63-E732-F9E2-A4F4914B17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455" y="1834688"/>
            <a:ext cx="5310927" cy="723085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CA4D69F-DA63-104E-3FB3-1F2D82C3B59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4466" y="1834688"/>
            <a:ext cx="5310927" cy="723085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5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AC50623-C141-FF48-2679-AD0F48D51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05526" y="2557773"/>
            <a:ext cx="1772935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FAAA39D6-45B2-A7D3-5DC3-C2459FFFC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8310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08456420-6A32-6316-DB13-BD852A1B7E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44466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4006011E-82D1-0E59-8663-132BB94A82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3537" y="2557773"/>
            <a:ext cx="1772935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979E2337-5EFF-E5EE-D81F-00E835015F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786321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AB66CF5-0D1B-FF68-BB2E-8A5D28F0BC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6455" y="2983478"/>
            <a:ext cx="1769071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2E7EFCE-36D7-CF86-2FEF-E3734FE9950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405295" y="2983478"/>
            <a:ext cx="1772935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6E1DCC08-6799-A1AC-28C2-A872BAF1E5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78463" y="2983478"/>
            <a:ext cx="1768919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CE1BF705-AAB1-D537-2C0D-A795D1D4D17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44466" y="2983478"/>
            <a:ext cx="1769071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5F504EFC-46D9-97D5-DA53-4D8EB52D134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013306" y="2983478"/>
            <a:ext cx="1772935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C1231552-C2DF-2460-9DCB-33B1379D750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86474" y="2983478"/>
            <a:ext cx="1768919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83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7B17915-F2EE-16C0-9704-0911520961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064" y="1655064"/>
            <a:ext cx="11164824" cy="4599432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99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29FDC8-4969-6E0E-767C-B89B08D3D2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336" y="2195513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94B01F3-B2C5-4835-6EF9-A40EB06012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389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9CE4F9C-B2A8-323E-0B57-0B8FD348FA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0511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9B260B4-D1BC-635B-D388-0E1A9CF2C1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470C7D3-57C4-0583-E642-C6AB3565F6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32902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6978037E-3163-1C71-E997-16A7D05981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0474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0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575FF4D9-84C9-19DB-9830-B3FFCD6F52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-621792"/>
            <a:ext cx="12192000" cy="7825230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78CB881-B4B6-F9E5-06B7-B87D6D5300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67" y="-2"/>
            <a:ext cx="5329866" cy="6858002"/>
          </a:xfrm>
          <a:custGeom>
            <a:avLst/>
            <a:gdLst>
              <a:gd name="connsiteX0" fmla="*/ 1468671 w 5329866"/>
              <a:gd name="connsiteY0" fmla="*/ 0 h 6858002"/>
              <a:gd name="connsiteX1" fmla="*/ 3861196 w 5329866"/>
              <a:gd name="connsiteY1" fmla="*/ 0 h 6858002"/>
              <a:gd name="connsiteX2" fmla="*/ 3935199 w 5329866"/>
              <a:gd name="connsiteY2" fmla="*/ 35649 h 6858002"/>
              <a:gd name="connsiteX3" fmla="*/ 5329866 w 5329866"/>
              <a:gd name="connsiteY3" fmla="*/ 2378940 h 6858002"/>
              <a:gd name="connsiteX4" fmla="*/ 5326197 w 5329866"/>
              <a:gd name="connsiteY4" fmla="*/ 2451598 h 6858002"/>
              <a:gd name="connsiteX5" fmla="*/ 5329866 w 5329866"/>
              <a:gd name="connsiteY5" fmla="*/ 2451598 h 6858002"/>
              <a:gd name="connsiteX6" fmla="*/ 5329866 w 5329866"/>
              <a:gd name="connsiteY6" fmla="*/ 4479063 h 6858002"/>
              <a:gd name="connsiteX7" fmla="*/ 5329866 w 5329866"/>
              <a:gd name="connsiteY7" fmla="*/ 4613615 h 6858002"/>
              <a:gd name="connsiteX8" fmla="*/ 5323072 w 5329866"/>
              <a:gd name="connsiteY8" fmla="*/ 4613615 h 6858002"/>
              <a:gd name="connsiteX9" fmla="*/ 5316108 w 5329866"/>
              <a:gd name="connsiteY9" fmla="*/ 4751537 h 6858002"/>
              <a:gd name="connsiteX10" fmla="*/ 4074162 w 5329866"/>
              <a:gd name="connsiteY10" fmla="*/ 6741332 h 6858002"/>
              <a:gd name="connsiteX11" fmla="*/ 3866899 w 5329866"/>
              <a:gd name="connsiteY11" fmla="*/ 6858002 h 6858002"/>
              <a:gd name="connsiteX12" fmla="*/ 1462968 w 5329866"/>
              <a:gd name="connsiteY12" fmla="*/ 6858002 h 6858002"/>
              <a:gd name="connsiteX13" fmla="*/ 1255705 w 5329866"/>
              <a:gd name="connsiteY13" fmla="*/ 6741332 h 6858002"/>
              <a:gd name="connsiteX14" fmla="*/ 13759 w 5329866"/>
              <a:gd name="connsiteY14" fmla="*/ 4751537 h 6858002"/>
              <a:gd name="connsiteX15" fmla="*/ 6794 w 5329866"/>
              <a:gd name="connsiteY15" fmla="*/ 4613615 h 6858002"/>
              <a:gd name="connsiteX16" fmla="*/ 2 w 5329866"/>
              <a:gd name="connsiteY16" fmla="*/ 4613615 h 6858002"/>
              <a:gd name="connsiteX17" fmla="*/ 2 w 5329866"/>
              <a:gd name="connsiteY17" fmla="*/ 4479105 h 6858002"/>
              <a:gd name="connsiteX18" fmla="*/ 0 w 5329866"/>
              <a:gd name="connsiteY18" fmla="*/ 4479063 h 6858002"/>
              <a:gd name="connsiteX19" fmla="*/ 2 w 5329866"/>
              <a:gd name="connsiteY19" fmla="*/ 4479021 h 6858002"/>
              <a:gd name="connsiteX20" fmla="*/ 2 w 5329866"/>
              <a:gd name="connsiteY20" fmla="*/ 2451598 h 6858002"/>
              <a:gd name="connsiteX21" fmla="*/ 3670 w 5329866"/>
              <a:gd name="connsiteY21" fmla="*/ 2451598 h 6858002"/>
              <a:gd name="connsiteX22" fmla="*/ 0 w 5329866"/>
              <a:gd name="connsiteY22" fmla="*/ 2378940 h 6858002"/>
              <a:gd name="connsiteX23" fmla="*/ 1394668 w 5329866"/>
              <a:gd name="connsiteY23" fmla="*/ 35649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8002">
                <a:moveTo>
                  <a:pt x="1468671" y="0"/>
                </a:moveTo>
                <a:lnTo>
                  <a:pt x="3861196" y="0"/>
                </a:lnTo>
                <a:lnTo>
                  <a:pt x="3935199" y="35649"/>
                </a:lnTo>
                <a:cubicBezTo>
                  <a:pt x="4765925" y="486927"/>
                  <a:pt x="5329866" y="1367076"/>
                  <a:pt x="5329866" y="2378940"/>
                </a:cubicBezTo>
                <a:lnTo>
                  <a:pt x="5326197" y="2451598"/>
                </a:lnTo>
                <a:lnTo>
                  <a:pt x="5329866" y="2451598"/>
                </a:lnTo>
                <a:lnTo>
                  <a:pt x="5329866" y="4479063"/>
                </a:lnTo>
                <a:lnTo>
                  <a:pt x="5329866" y="4613615"/>
                </a:lnTo>
                <a:lnTo>
                  <a:pt x="5323072" y="4613615"/>
                </a:lnTo>
                <a:lnTo>
                  <a:pt x="5316108" y="4751537"/>
                </a:lnTo>
                <a:cubicBezTo>
                  <a:pt x="5230813" y="5591419"/>
                  <a:pt x="4755512" y="6316003"/>
                  <a:pt x="4074162" y="6741332"/>
                </a:cubicBezTo>
                <a:lnTo>
                  <a:pt x="3866899" y="6858002"/>
                </a:lnTo>
                <a:lnTo>
                  <a:pt x="1462968" y="6858002"/>
                </a:lnTo>
                <a:lnTo>
                  <a:pt x="1255705" y="6741332"/>
                </a:lnTo>
                <a:cubicBezTo>
                  <a:pt x="574355" y="6316003"/>
                  <a:pt x="99054" y="5591419"/>
                  <a:pt x="13759" y="4751537"/>
                </a:cubicBezTo>
                <a:lnTo>
                  <a:pt x="6794" y="4613615"/>
                </a:lnTo>
                <a:lnTo>
                  <a:pt x="2" y="4613615"/>
                </a:lnTo>
                <a:lnTo>
                  <a:pt x="2" y="4479105"/>
                </a:lnTo>
                <a:lnTo>
                  <a:pt x="0" y="4479063"/>
                </a:lnTo>
                <a:lnTo>
                  <a:pt x="2" y="4479021"/>
                </a:lnTo>
                <a:lnTo>
                  <a:pt x="2" y="2451598"/>
                </a:lnTo>
                <a:lnTo>
                  <a:pt x="3670" y="2451598"/>
                </a:lnTo>
                <a:lnTo>
                  <a:pt x="0" y="2378940"/>
                </a:lnTo>
                <a:cubicBezTo>
                  <a:pt x="0" y="1367076"/>
                  <a:pt x="563941" y="486927"/>
                  <a:pt x="1394668" y="3564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731088F-47E0-33BA-856D-6E68D4A69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4054639"/>
            <a:ext cx="12192000" cy="996696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8500" b="0" i="0" spc="10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188285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6099858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897E40-8096-E77D-E61A-A0AAC64EA4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8481" y="581371"/>
            <a:ext cx="3884344" cy="5415673"/>
          </a:xfrm>
          <a:custGeom>
            <a:avLst/>
            <a:gdLst>
              <a:gd name="connsiteX0" fmla="*/ 1942453 w 3884344"/>
              <a:gd name="connsiteY0" fmla="*/ 0 h 5415673"/>
              <a:gd name="connsiteX1" fmla="*/ 3874878 w 3884344"/>
              <a:gd name="connsiteY1" fmla="*/ 1743849 h 5415673"/>
              <a:gd name="connsiteX2" fmla="*/ 3884344 w 3884344"/>
              <a:gd name="connsiteY2" fmla="*/ 1931324 h 5415673"/>
              <a:gd name="connsiteX3" fmla="*/ 3884344 w 3884344"/>
              <a:gd name="connsiteY3" fmla="*/ 1953581 h 5415673"/>
              <a:gd name="connsiteX4" fmla="*/ 3882232 w 3884344"/>
              <a:gd name="connsiteY4" fmla="*/ 1995413 h 5415673"/>
              <a:gd name="connsiteX5" fmla="*/ 3884344 w 3884344"/>
              <a:gd name="connsiteY5" fmla="*/ 1995413 h 5415673"/>
              <a:gd name="connsiteX6" fmla="*/ 3884344 w 3884344"/>
              <a:gd name="connsiteY6" fmla="*/ 3571294 h 5415673"/>
              <a:gd name="connsiteX7" fmla="*/ 3879954 w 3884344"/>
              <a:gd name="connsiteY7" fmla="*/ 3571294 h 5415673"/>
              <a:gd name="connsiteX8" fmla="*/ 3874878 w 3884344"/>
              <a:gd name="connsiteY8" fmla="*/ 3671825 h 5415673"/>
              <a:gd name="connsiteX9" fmla="*/ 1942453 w 3884344"/>
              <a:gd name="connsiteY9" fmla="*/ 5415673 h 5415673"/>
              <a:gd name="connsiteX10" fmla="*/ 10029 w 3884344"/>
              <a:gd name="connsiteY10" fmla="*/ 3671825 h 5415673"/>
              <a:gd name="connsiteX11" fmla="*/ 4952 w 3884344"/>
              <a:gd name="connsiteY11" fmla="*/ 3571294 h 5415673"/>
              <a:gd name="connsiteX12" fmla="*/ 2 w 3884344"/>
              <a:gd name="connsiteY12" fmla="*/ 3571294 h 5415673"/>
              <a:gd name="connsiteX13" fmla="*/ 2 w 3884344"/>
              <a:gd name="connsiteY13" fmla="*/ 3473251 h 5415673"/>
              <a:gd name="connsiteX14" fmla="*/ 0 w 3884344"/>
              <a:gd name="connsiteY14" fmla="*/ 3473220 h 5415673"/>
              <a:gd name="connsiteX15" fmla="*/ 2 w 3884344"/>
              <a:gd name="connsiteY15" fmla="*/ 3473189 h 5415673"/>
              <a:gd name="connsiteX16" fmla="*/ 2 w 3884344"/>
              <a:gd name="connsiteY16" fmla="*/ 1995413 h 5415673"/>
              <a:gd name="connsiteX17" fmla="*/ 2675 w 3884344"/>
              <a:gd name="connsiteY17" fmla="*/ 1995413 h 5415673"/>
              <a:gd name="connsiteX18" fmla="*/ 0 w 3884344"/>
              <a:gd name="connsiteY18" fmla="*/ 1942453 h 5415673"/>
              <a:gd name="connsiteX19" fmla="*/ 1942453 w 3884344"/>
              <a:gd name="connsiteY19" fmla="*/ 0 h 541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84344" h="5415673">
                <a:moveTo>
                  <a:pt x="1942453" y="0"/>
                </a:moveTo>
                <a:cubicBezTo>
                  <a:pt x="2948191" y="0"/>
                  <a:pt x="3775405" y="764355"/>
                  <a:pt x="3874878" y="1743849"/>
                </a:cubicBezTo>
                <a:lnTo>
                  <a:pt x="3884344" y="1931324"/>
                </a:lnTo>
                <a:lnTo>
                  <a:pt x="3884344" y="1953581"/>
                </a:lnTo>
                <a:lnTo>
                  <a:pt x="3882232" y="1995413"/>
                </a:lnTo>
                <a:lnTo>
                  <a:pt x="3884344" y="1995413"/>
                </a:lnTo>
                <a:lnTo>
                  <a:pt x="3884344" y="3571294"/>
                </a:lnTo>
                <a:lnTo>
                  <a:pt x="3879954" y="3571294"/>
                </a:lnTo>
                <a:lnTo>
                  <a:pt x="3874878" y="3671825"/>
                </a:lnTo>
                <a:cubicBezTo>
                  <a:pt x="3775404" y="4651319"/>
                  <a:pt x="2948192" y="5415673"/>
                  <a:pt x="1942453" y="5415673"/>
                </a:cubicBezTo>
                <a:cubicBezTo>
                  <a:pt x="936714" y="5415673"/>
                  <a:pt x="109502" y="4651319"/>
                  <a:pt x="10029" y="3671825"/>
                </a:cubicBezTo>
                <a:lnTo>
                  <a:pt x="4952" y="3571294"/>
                </a:lnTo>
                <a:lnTo>
                  <a:pt x="2" y="3571294"/>
                </a:lnTo>
                <a:lnTo>
                  <a:pt x="2" y="3473251"/>
                </a:lnTo>
                <a:lnTo>
                  <a:pt x="0" y="3473220"/>
                </a:lnTo>
                <a:lnTo>
                  <a:pt x="2" y="3473189"/>
                </a:lnTo>
                <a:lnTo>
                  <a:pt x="2" y="1995413"/>
                </a:lnTo>
                <a:lnTo>
                  <a:pt x="2675" y="1995413"/>
                </a:lnTo>
                <a:lnTo>
                  <a:pt x="0" y="1942453"/>
                </a:lnTo>
                <a:cubicBezTo>
                  <a:pt x="0" y="869666"/>
                  <a:pt x="869666" y="0"/>
                  <a:pt x="194245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414DEE6-A86D-4699-E6EF-CE6745F5D4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571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68EE5CA-4729-4FEA-F1BC-F976BEEBC4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73609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A3BC7A6-D12C-160A-CB5C-E556052508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90571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2DF7BAB-7F6A-3D7B-F8A9-D7C4BD1D3B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73609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72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16A793-0543-8519-4E06-4D8E6A4E8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837944"/>
            <a:ext cx="11353800" cy="3019086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FA2A82A-5FFB-EAB7-624A-E00F9EA6DE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9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DD59288-2C4C-BA2F-F3C9-CEEC7BBAE5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47242" y="5232509"/>
            <a:ext cx="2188728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221A6B3-B644-8124-2E99-CBB5C1C0B2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6023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82FC433-EED8-C305-2AE2-E3BC9D42E5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64806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824A580-B433-CC76-2FDC-C607FC5ECF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459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79803CA-9514-7183-8AC8-13CC5B8406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547241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861F1384-35C1-15D1-9228-D96AC95355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56023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8B1D216-8DC7-A8D4-4857-4C7529D982E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4806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35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A60E5-D102-7326-D77E-C6DF8BDDA7D6}"/>
              </a:ext>
            </a:extLst>
          </p:cNvPr>
          <p:cNvSpPr txBox="1"/>
          <p:nvPr userDrawn="1"/>
        </p:nvSpPr>
        <p:spPr>
          <a:xfrm>
            <a:off x="6598508" y="60795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67076B-6CF0-B20E-9689-27FA1127A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8851" y="0"/>
            <a:ext cx="8160152" cy="6858000"/>
          </a:xfrm>
        </p:spPr>
        <p:txBody>
          <a:bodyPr anchor="ctr">
            <a:noAutofit/>
          </a:bodyPr>
          <a:lstStyle>
            <a:lvl1pPr algn="l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353092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3F266306-412A-D7DE-40EF-45BBA13E556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846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28BF9A91-4021-72CF-EEBD-43B8B2F764A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53437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5D88CB52-BC08-9751-260B-B531030DCAB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43028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06E6C850-58C9-7074-08C7-7D24B9A951F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2619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A395A78-D15C-3B71-AC48-52F422FF299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3437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26292D0-5ED9-B06E-0FEC-5ECF9B61DA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3028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025E22B-8EFC-3B41-7DF2-F2F0FBBFC2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2619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59D7743-7A8F-C73A-B9D5-49190ED512A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846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D4BD1280-EFE5-3F5B-2E53-29FC62D2218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3437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D7323A54-CEF7-D9AE-B43D-CCF5F95273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028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50A54A3-4CD3-53F4-3FFE-F664FBFCB1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664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5B86244-CE85-A100-2FAE-57F9E9959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681" y="4554640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BADE24-E02E-B86B-4973-FF07C9C25E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681" y="1296361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6E5F1B-46ED-3EC5-71CF-9A8DF9B5AA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8452" y="1"/>
            <a:ext cx="5329866" cy="6857999"/>
          </a:xfrm>
          <a:custGeom>
            <a:avLst/>
            <a:gdLst>
              <a:gd name="connsiteX0" fmla="*/ 1468669 w 5329866"/>
              <a:gd name="connsiteY0" fmla="*/ 0 h 6857999"/>
              <a:gd name="connsiteX1" fmla="*/ 3861198 w 5329866"/>
              <a:gd name="connsiteY1" fmla="*/ 0 h 6857999"/>
              <a:gd name="connsiteX2" fmla="*/ 3935198 w 5329866"/>
              <a:gd name="connsiteY2" fmla="*/ 35648 h 6857999"/>
              <a:gd name="connsiteX3" fmla="*/ 5329866 w 5329866"/>
              <a:gd name="connsiteY3" fmla="*/ 2378939 h 6857999"/>
              <a:gd name="connsiteX4" fmla="*/ 5326197 w 5329866"/>
              <a:gd name="connsiteY4" fmla="*/ 2451597 h 6857999"/>
              <a:gd name="connsiteX5" fmla="*/ 5329866 w 5329866"/>
              <a:gd name="connsiteY5" fmla="*/ 2451597 h 6857999"/>
              <a:gd name="connsiteX6" fmla="*/ 5329866 w 5329866"/>
              <a:gd name="connsiteY6" fmla="*/ 4479062 h 6857999"/>
              <a:gd name="connsiteX7" fmla="*/ 5329866 w 5329866"/>
              <a:gd name="connsiteY7" fmla="*/ 4613614 h 6857999"/>
              <a:gd name="connsiteX8" fmla="*/ 5323072 w 5329866"/>
              <a:gd name="connsiteY8" fmla="*/ 4613614 h 6857999"/>
              <a:gd name="connsiteX9" fmla="*/ 5316108 w 5329866"/>
              <a:gd name="connsiteY9" fmla="*/ 4751536 h 6857999"/>
              <a:gd name="connsiteX10" fmla="*/ 4074162 w 5329866"/>
              <a:gd name="connsiteY10" fmla="*/ 6741331 h 6857999"/>
              <a:gd name="connsiteX11" fmla="*/ 3866902 w 5329866"/>
              <a:gd name="connsiteY11" fmla="*/ 6857999 h 6857999"/>
              <a:gd name="connsiteX12" fmla="*/ 1462965 w 5329866"/>
              <a:gd name="connsiteY12" fmla="*/ 6857999 h 6857999"/>
              <a:gd name="connsiteX13" fmla="*/ 1255705 w 5329866"/>
              <a:gd name="connsiteY13" fmla="*/ 6741331 h 6857999"/>
              <a:gd name="connsiteX14" fmla="*/ 13759 w 5329866"/>
              <a:gd name="connsiteY14" fmla="*/ 4751536 h 6857999"/>
              <a:gd name="connsiteX15" fmla="*/ 6794 w 5329866"/>
              <a:gd name="connsiteY15" fmla="*/ 4613614 h 6857999"/>
              <a:gd name="connsiteX16" fmla="*/ 2 w 5329866"/>
              <a:gd name="connsiteY16" fmla="*/ 4613614 h 6857999"/>
              <a:gd name="connsiteX17" fmla="*/ 2 w 5329866"/>
              <a:gd name="connsiteY17" fmla="*/ 4479104 h 6857999"/>
              <a:gd name="connsiteX18" fmla="*/ 0 w 5329866"/>
              <a:gd name="connsiteY18" fmla="*/ 4479062 h 6857999"/>
              <a:gd name="connsiteX19" fmla="*/ 2 w 5329866"/>
              <a:gd name="connsiteY19" fmla="*/ 4479020 h 6857999"/>
              <a:gd name="connsiteX20" fmla="*/ 2 w 5329866"/>
              <a:gd name="connsiteY20" fmla="*/ 2451597 h 6857999"/>
              <a:gd name="connsiteX21" fmla="*/ 3670 w 5329866"/>
              <a:gd name="connsiteY21" fmla="*/ 2451597 h 6857999"/>
              <a:gd name="connsiteX22" fmla="*/ 0 w 5329866"/>
              <a:gd name="connsiteY22" fmla="*/ 2378939 h 6857999"/>
              <a:gd name="connsiteX23" fmla="*/ 1394668 w 5329866"/>
              <a:gd name="connsiteY23" fmla="*/ 3564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7999">
                <a:moveTo>
                  <a:pt x="1468669" y="0"/>
                </a:moveTo>
                <a:lnTo>
                  <a:pt x="3861198" y="0"/>
                </a:lnTo>
                <a:lnTo>
                  <a:pt x="3935198" y="35648"/>
                </a:lnTo>
                <a:cubicBezTo>
                  <a:pt x="4765925" y="486926"/>
                  <a:pt x="5329866" y="1367075"/>
                  <a:pt x="5329866" y="2378939"/>
                </a:cubicBezTo>
                <a:lnTo>
                  <a:pt x="5326197" y="2451597"/>
                </a:lnTo>
                <a:lnTo>
                  <a:pt x="5329866" y="2451597"/>
                </a:lnTo>
                <a:lnTo>
                  <a:pt x="5329866" y="4479062"/>
                </a:lnTo>
                <a:lnTo>
                  <a:pt x="5329866" y="4613614"/>
                </a:lnTo>
                <a:lnTo>
                  <a:pt x="5323072" y="4613614"/>
                </a:lnTo>
                <a:lnTo>
                  <a:pt x="5316108" y="4751536"/>
                </a:lnTo>
                <a:cubicBezTo>
                  <a:pt x="5230813" y="5591417"/>
                  <a:pt x="4755512" y="6316001"/>
                  <a:pt x="4074162" y="6741331"/>
                </a:cubicBezTo>
                <a:lnTo>
                  <a:pt x="3866902" y="6857999"/>
                </a:lnTo>
                <a:lnTo>
                  <a:pt x="1462965" y="6857999"/>
                </a:lnTo>
                <a:lnTo>
                  <a:pt x="1255705" y="6741331"/>
                </a:lnTo>
                <a:cubicBezTo>
                  <a:pt x="574355" y="6316001"/>
                  <a:pt x="99054" y="5591417"/>
                  <a:pt x="13759" y="4751536"/>
                </a:cubicBezTo>
                <a:lnTo>
                  <a:pt x="6794" y="4613614"/>
                </a:lnTo>
                <a:lnTo>
                  <a:pt x="2" y="4613614"/>
                </a:lnTo>
                <a:lnTo>
                  <a:pt x="2" y="4479104"/>
                </a:lnTo>
                <a:lnTo>
                  <a:pt x="0" y="4479062"/>
                </a:lnTo>
                <a:lnTo>
                  <a:pt x="2" y="4479020"/>
                </a:lnTo>
                <a:lnTo>
                  <a:pt x="2" y="2451597"/>
                </a:lnTo>
                <a:lnTo>
                  <a:pt x="3670" y="2451597"/>
                </a:lnTo>
                <a:lnTo>
                  <a:pt x="0" y="2378939"/>
                </a:lnTo>
                <a:cubicBezTo>
                  <a:pt x="0" y="1367075"/>
                  <a:pt x="563941" y="486926"/>
                  <a:pt x="1394668" y="3564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88BC5D-D10D-D2EE-8AE9-4CDCE46A2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681" y="2404268"/>
            <a:ext cx="7217511" cy="20494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8000" b="0" i="0" spc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212233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DAB6B870-F337-8AB9-902B-76B31B88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39033"/>
            <a:ext cx="3478306" cy="3186954"/>
          </a:xfr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50000"/>
              </a:lnSpc>
              <a:defRPr lang="en-US" sz="1600" b="1" i="0" spc="5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5DAF62C-340B-6252-0BC2-3BFF3473E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0962" y="-801666"/>
            <a:ext cx="4667994" cy="782523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 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FC1157C-46E6-2A07-1641-C8F8879492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0962" y="1467062"/>
            <a:ext cx="4667994" cy="2420772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5311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94F4E-FF39-0408-C3C6-A986750D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1" y="365125"/>
            <a:ext cx="10915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616EB-5E9D-04D9-F6DC-33F7E5BB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460" y="1825625"/>
            <a:ext cx="109150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C11A-4AAF-B1E1-B1F3-67C0A55EF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03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3DBDAD-8830-10AA-86C7-A42D1229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460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55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11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i="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6A25-0569-0BFE-AB1C-FC206CC58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418" y="386702"/>
            <a:ext cx="8016124" cy="2554545"/>
          </a:xfrm>
        </p:spPr>
        <p:txBody>
          <a:bodyPr/>
          <a:lstStyle/>
          <a:p>
            <a:r>
              <a:rPr lang="en-US" spc="600" dirty="0" err="1"/>
              <a:t>SuperMArt</a:t>
            </a:r>
            <a:br>
              <a:rPr lang="en-US" spc="600" dirty="0"/>
            </a:br>
            <a:r>
              <a:rPr lang="en-US" spc="600" dirty="0" err="1"/>
              <a:t>supermart</a:t>
            </a:r>
            <a:endParaRPr lang="en-US" spc="6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1171327-E529-B4E2-EFE8-A39CB45BE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8794" y="5843213"/>
            <a:ext cx="4695888" cy="75578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Felix Titling (Headings)"/>
              </a:rPr>
              <a:t>Presented by:</a:t>
            </a:r>
            <a:r>
              <a:rPr lang="en-US" dirty="0">
                <a:latin typeface="Felix Titling (Headings)"/>
              </a:rPr>
              <a:t> Anaswara Rajesh</a:t>
            </a:r>
            <a:br>
              <a:rPr lang="en-US" dirty="0">
                <a:latin typeface="Felix Titling (Headings)"/>
              </a:rPr>
            </a:br>
            <a:r>
              <a:rPr lang="en-US" b="1" dirty="0">
                <a:latin typeface="Felix Titling (Headings)"/>
              </a:rPr>
              <a:t>Tool Used:</a:t>
            </a:r>
            <a:r>
              <a:rPr lang="en-US" dirty="0">
                <a:latin typeface="Felix Titling (Headings)"/>
              </a:rPr>
              <a:t> Microsoft Power BI</a:t>
            </a:r>
          </a:p>
        </p:txBody>
      </p:sp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E2BA17D9-27B4-759D-72BB-82EA7FEC91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7673625" y="1828800"/>
            <a:ext cx="4086225" cy="37733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B64B5-C016-01F4-F01A-E75D8A453A24}"/>
              </a:ext>
            </a:extLst>
          </p:cNvPr>
          <p:cNvSpPr txBox="1"/>
          <p:nvPr/>
        </p:nvSpPr>
        <p:spPr>
          <a:xfrm>
            <a:off x="207762" y="3916754"/>
            <a:ext cx="89118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kern="1800" spc="600" dirty="0" err="1">
                <a:solidFill>
                  <a:srgbClr val="CB6E50"/>
                </a:solidFill>
                <a:latin typeface="Felix Titling (Headings)"/>
              </a:rPr>
              <a:t>SuperMArt</a:t>
            </a:r>
            <a:br>
              <a:rPr lang="en-US" sz="8000" kern="1800" spc="600" dirty="0">
                <a:solidFill>
                  <a:srgbClr val="CB6E50"/>
                </a:solidFill>
                <a:latin typeface="Felix Titling (Headings)"/>
              </a:rPr>
            </a:br>
            <a:r>
              <a:rPr lang="en-US" sz="8000" kern="1800" spc="600" dirty="0" err="1">
                <a:solidFill>
                  <a:srgbClr val="CB6E50"/>
                </a:solidFill>
                <a:latin typeface="Felix Titling (Headings)"/>
              </a:rPr>
              <a:t>supermart</a:t>
            </a:r>
            <a:endParaRPr lang="en-IN" sz="8000" kern="1800" spc="600" dirty="0">
              <a:solidFill>
                <a:srgbClr val="CB6E50"/>
              </a:solidFill>
              <a:latin typeface="Felix Titling (Headings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409C8-411A-5CA8-DC84-996DC0C335A8}"/>
              </a:ext>
            </a:extLst>
          </p:cNvPr>
          <p:cNvSpPr txBox="1"/>
          <p:nvPr/>
        </p:nvSpPr>
        <p:spPr>
          <a:xfrm>
            <a:off x="247418" y="2945842"/>
            <a:ext cx="7121376" cy="7511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n-IN" sz="5000" spc="500" dirty="0" err="1">
                <a:solidFill>
                  <a:srgbClr val="EFE9E7"/>
                </a:solidFill>
                <a:latin typeface="Felix Titling"/>
              </a:rPr>
              <a:t>Supermart</a:t>
            </a:r>
            <a:r>
              <a:rPr lang="en-IN" sz="5000" spc="500" dirty="0">
                <a:solidFill>
                  <a:srgbClr val="EFE9E7"/>
                </a:solidFill>
                <a:latin typeface="Felix Titling"/>
              </a:rPr>
              <a:t> Sales</a:t>
            </a:r>
          </a:p>
        </p:txBody>
      </p:sp>
    </p:spTree>
    <p:extLst>
      <p:ext uri="{BB962C8B-B14F-4D97-AF65-F5344CB8AC3E}">
        <p14:creationId xmlns:p14="http://schemas.microsoft.com/office/powerpoint/2010/main" val="92712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953FD73-3C20-1A2D-592F-07E39561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16548"/>
                </a:solidFill>
              </a:rPr>
              <a:t>agenda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2A306E-F0AE-576B-FADB-4B5983F4063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358823"/>
            <a:ext cx="5591175" cy="1764469"/>
          </a:xfrm>
        </p:spPr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73208-F9ED-993D-477F-AD36CA6AB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3036" y="2421358"/>
            <a:ext cx="2227344" cy="677817"/>
          </a:xfrm>
        </p:spPr>
        <p:txBody>
          <a:bodyPr/>
          <a:lstStyle/>
          <a:p>
            <a:r>
              <a:rPr lang="en-US" dirty="0"/>
              <a:t>Project Topic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22715B-93B4-5AF2-4CF7-4210F6FACB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95860" y="2391848"/>
            <a:ext cx="2072730" cy="253813"/>
          </a:xfrm>
        </p:spPr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AA8EA-154B-1586-1B03-2A3E56C82B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76722" y="2391848"/>
            <a:ext cx="1876914" cy="454984"/>
          </a:xfrm>
        </p:spPr>
        <p:txBody>
          <a:bodyPr/>
          <a:lstStyle/>
          <a:p>
            <a:r>
              <a:rPr lang="en-US" dirty="0"/>
              <a:t>Data Model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E845C-50F8-D0D3-B695-3EBD492039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91414" y="2355841"/>
            <a:ext cx="2227344" cy="677817"/>
          </a:xfrm>
        </p:spPr>
        <p:txBody>
          <a:bodyPr/>
          <a:lstStyle/>
          <a:p>
            <a:r>
              <a:rPr lang="en-US" dirty="0"/>
              <a:t>Insights&amp; Recommendations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FF4002-1A50-108B-9DC3-0DFAA750E4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8531" y="3072653"/>
            <a:ext cx="1937098" cy="2669295"/>
          </a:xfrm>
        </p:spPr>
        <p:txBody>
          <a:bodyPr/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Retail Sales Analysis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Understanding Sales Trend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Improving Business Decisions Using Data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Optimizing Inventory And Profitability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B9220A8-F124-7A65-E119-AC65CC91023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696516" y="3095093"/>
            <a:ext cx="1850307" cy="3425394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Supermart</a:t>
            </a:r>
            <a:r>
              <a:rPr lang="en-US" sz="1300" dirty="0"/>
              <a:t> Grocery Sales Dataset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Retail Transaction Data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Structured Tabular Format For Analysis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Chosen For Real-World Retail Insights And Business Relevance</a:t>
            </a:r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7642D3A8-5C4E-FC41-22B8-E5B06B4FF72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76722" y="3095093"/>
            <a:ext cx="1876914" cy="247911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Tables Used In The Data Model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Relationships Between Tables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Data Normalization And Structure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Rationale Behind Modeling Approach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15EB22-D187-64BD-D2F1-25063327CD6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6F05D3-5F9D-1D12-11C3-8F3735AEB3BB}"/>
              </a:ext>
            </a:extLst>
          </p:cNvPr>
          <p:cNvSpPr txBox="1"/>
          <p:nvPr/>
        </p:nvSpPr>
        <p:spPr>
          <a:xfrm>
            <a:off x="6858433" y="3073551"/>
            <a:ext cx="2180248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C16548"/>
                </a:solidFill>
              </a:rPr>
              <a:t>Key Sales And Profit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C16548"/>
                </a:solidFill>
              </a:rPr>
              <a:t>Top-performing Products And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C16548"/>
                </a:solidFill>
              </a:rPr>
              <a:t>Identified Trends And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C16548"/>
                </a:solidFill>
              </a:rPr>
              <a:t>Business Challenges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C16548"/>
                </a:solidFill>
              </a:rPr>
              <a:t>Actionable Recommendations For Improvement</a:t>
            </a:r>
          </a:p>
        </p:txBody>
      </p:sp>
    </p:spTree>
    <p:extLst>
      <p:ext uri="{BB962C8B-B14F-4D97-AF65-F5344CB8AC3E}">
        <p14:creationId xmlns:p14="http://schemas.microsoft.com/office/powerpoint/2010/main" val="373366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4C03F7A-580D-EF06-B5C3-D0DE696638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1736204"/>
            <a:ext cx="3459480" cy="385865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047B8C-65D0-EA39-A5A8-A5EFE8FE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topic?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446D3-56F1-34ED-E38C-8CF29CC0948C}"/>
              </a:ext>
            </a:extLst>
          </p:cNvPr>
          <p:cNvSpPr txBox="1"/>
          <p:nvPr/>
        </p:nvSpPr>
        <p:spPr>
          <a:xfrm>
            <a:off x="3708528" y="2184172"/>
            <a:ext cx="7818120" cy="248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Retail generates huge sales data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Businesses need insights for better decisions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Helps improve profit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377485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A004-BF6D-FE16-E2E8-44F687F1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18" y="467503"/>
            <a:ext cx="5962964" cy="1335273"/>
          </a:xfrm>
        </p:spPr>
        <p:txBody>
          <a:bodyPr/>
          <a:lstStyle/>
          <a:p>
            <a:r>
              <a:rPr lang="en-US" dirty="0">
                <a:solidFill>
                  <a:srgbClr val="CB6E50"/>
                </a:solidFill>
              </a:rPr>
              <a:t>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B75ED-1B8A-5924-D271-182345C930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4172" y="2732809"/>
            <a:ext cx="9642763" cy="3988666"/>
          </a:xfrm>
        </p:spPr>
        <p:txBody>
          <a:bodyPr/>
          <a:lstStyle/>
          <a:p>
            <a:pPr fontAlgn="base">
              <a:lnSpc>
                <a:spcPct val="150000"/>
              </a:lnSpc>
            </a:pPr>
            <a:r>
              <a:rPr lang="en-US" sz="1800" b="0" dirty="0"/>
              <a:t> The dataset has data on orders placed by customers on a grocery delivery application</a:t>
            </a:r>
          </a:p>
          <a:p>
            <a:pPr fontAlgn="base">
              <a:lnSpc>
                <a:spcPct val="150000"/>
              </a:lnSpc>
            </a:pPr>
            <a:r>
              <a:rPr lang="en-US" sz="1800" b="0" dirty="0">
                <a:solidFill>
                  <a:srgbClr val="C16548"/>
                </a:solidFill>
              </a:rPr>
              <a:t>Contains transactional sales records from a grocery retail store</a:t>
            </a:r>
          </a:p>
          <a:p>
            <a:pPr fontAlgn="base">
              <a:lnSpc>
                <a:spcPct val="150000"/>
              </a:lnSpc>
            </a:pPr>
            <a:r>
              <a:rPr lang="en-US" sz="1800" b="0" dirty="0">
                <a:solidFill>
                  <a:srgbClr val="C16548"/>
                </a:solidFill>
              </a:rPr>
              <a:t> Includes order details, product category, sales, profit, region, and customer segments</a:t>
            </a:r>
          </a:p>
          <a:p>
            <a:pPr fontAlgn="base">
              <a:lnSpc>
                <a:spcPct val="150000"/>
              </a:lnSpc>
            </a:pPr>
            <a:r>
              <a:rPr lang="en-US" sz="1800" b="0" dirty="0">
                <a:solidFill>
                  <a:srgbClr val="C16548"/>
                </a:solidFill>
              </a:rPr>
              <a:t>The dataset is designed with an assumption that the orders are placed by customers living in the state of Tamil Nadu, India.</a:t>
            </a:r>
          </a:p>
          <a:p>
            <a:pPr lvl="1">
              <a:lnSpc>
                <a:spcPct val="150000"/>
              </a:lnSpc>
            </a:pPr>
            <a:endParaRPr lang="en-US" dirty="0">
              <a:solidFill>
                <a:srgbClr val="C16548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743C7-C079-31F6-50CF-CAF5C83A596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D9DAB-64A3-ECD5-2ABD-55CC0DC0134D}"/>
              </a:ext>
            </a:extLst>
          </p:cNvPr>
          <p:cNvSpPr txBox="1"/>
          <p:nvPr/>
        </p:nvSpPr>
        <p:spPr>
          <a:xfrm>
            <a:off x="-1749821" y="1889031"/>
            <a:ext cx="11272042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2"/>
                </a:solidFill>
              </a:rPr>
              <a:t>Dataset: </a:t>
            </a:r>
            <a:r>
              <a:rPr lang="en-US" sz="2400" b="1" dirty="0" err="1">
                <a:solidFill>
                  <a:schemeClr val="tx2"/>
                </a:solidFill>
              </a:rPr>
              <a:t>Supermart</a:t>
            </a:r>
            <a:r>
              <a:rPr lang="en-US" sz="2400" b="1" dirty="0">
                <a:solidFill>
                  <a:schemeClr val="tx2"/>
                </a:solidFill>
              </a:rPr>
              <a:t> Grocery Sales –</a:t>
            </a:r>
            <a:r>
              <a:rPr lang="en-US" sz="2000" b="1" dirty="0">
                <a:solidFill>
                  <a:schemeClr val="tx2"/>
                </a:solidFill>
              </a:rPr>
              <a:t>Retail</a:t>
            </a:r>
            <a:r>
              <a:rPr lang="en-US" sz="2400" b="1" dirty="0">
                <a:solidFill>
                  <a:schemeClr val="tx2"/>
                </a:solidFill>
              </a:rPr>
              <a:t> Analytics Dataset</a:t>
            </a:r>
          </a:p>
        </p:txBody>
      </p:sp>
    </p:spTree>
    <p:extLst>
      <p:ext uri="{BB962C8B-B14F-4D97-AF65-F5344CB8AC3E}">
        <p14:creationId xmlns:p14="http://schemas.microsoft.com/office/powerpoint/2010/main" val="87672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0C90-6BBE-F64E-8A60-EF9E60B2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99" y="432063"/>
            <a:ext cx="10915076" cy="1130331"/>
          </a:xfrm>
        </p:spPr>
        <p:txBody>
          <a:bodyPr/>
          <a:lstStyle/>
          <a:p>
            <a:r>
              <a:rPr lang="en-US" sz="5500" spc="500" dirty="0">
                <a:solidFill>
                  <a:schemeClr val="tx2"/>
                </a:solidFill>
              </a:rPr>
              <a:t>Data model overview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385F-CA51-6573-9F21-D1C4A381BD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4F79C9-63CA-B09F-DB82-34E2BBFC2D8E}"/>
              </a:ext>
            </a:extLst>
          </p:cNvPr>
          <p:cNvSpPr/>
          <p:nvPr/>
        </p:nvSpPr>
        <p:spPr>
          <a:xfrm>
            <a:off x="698700" y="1813692"/>
            <a:ext cx="10563468" cy="3487513"/>
          </a:xfrm>
          <a:prstGeom prst="rect">
            <a:avLst/>
          </a:prstGeom>
          <a:noFill/>
        </p:spPr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6561523-6EE6-2AAF-AC2A-03E4526FF936}"/>
              </a:ext>
            </a:extLst>
          </p:cNvPr>
          <p:cNvSpPr/>
          <p:nvPr/>
        </p:nvSpPr>
        <p:spPr>
          <a:xfrm>
            <a:off x="4318943" y="2340497"/>
            <a:ext cx="2273594" cy="655571"/>
          </a:xfrm>
          <a:custGeom>
            <a:avLst/>
            <a:gdLst>
              <a:gd name="connsiteX0" fmla="*/ 0 w 1715648"/>
              <a:gd name="connsiteY0" fmla="*/ 0 h 1572520"/>
              <a:gd name="connsiteX1" fmla="*/ 1715648 w 1715648"/>
              <a:gd name="connsiteY1" fmla="*/ 0 h 1572520"/>
              <a:gd name="connsiteX2" fmla="*/ 1715648 w 1715648"/>
              <a:gd name="connsiteY2" fmla="*/ 1572520 h 1572520"/>
              <a:gd name="connsiteX3" fmla="*/ 0 w 1715648"/>
              <a:gd name="connsiteY3" fmla="*/ 1572520 h 1572520"/>
              <a:gd name="connsiteX4" fmla="*/ 0 w 1715648"/>
              <a:gd name="connsiteY4" fmla="*/ 0 h 157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5648" h="1572520">
                <a:moveTo>
                  <a:pt x="0" y="0"/>
                </a:moveTo>
                <a:lnTo>
                  <a:pt x="1715648" y="0"/>
                </a:lnTo>
                <a:lnTo>
                  <a:pt x="1715648" y="1572520"/>
                </a:lnTo>
                <a:lnTo>
                  <a:pt x="0" y="15725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b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65AD21D-AA9C-9F26-96E1-8CF61AFE5F1B}"/>
              </a:ext>
            </a:extLst>
          </p:cNvPr>
          <p:cNvSpPr/>
          <p:nvPr/>
        </p:nvSpPr>
        <p:spPr>
          <a:xfrm>
            <a:off x="7573381" y="2118166"/>
            <a:ext cx="1802112" cy="1536735"/>
          </a:xfrm>
          <a:custGeom>
            <a:avLst/>
            <a:gdLst>
              <a:gd name="connsiteX0" fmla="*/ 0 w 1637527"/>
              <a:gd name="connsiteY0" fmla="*/ 0 h 1572520"/>
              <a:gd name="connsiteX1" fmla="*/ 1637527 w 1637527"/>
              <a:gd name="connsiteY1" fmla="*/ 0 h 1572520"/>
              <a:gd name="connsiteX2" fmla="*/ 1637527 w 1637527"/>
              <a:gd name="connsiteY2" fmla="*/ 1572520 h 1572520"/>
              <a:gd name="connsiteX3" fmla="*/ 0 w 1637527"/>
              <a:gd name="connsiteY3" fmla="*/ 1572520 h 1572520"/>
              <a:gd name="connsiteX4" fmla="*/ 0 w 1637527"/>
              <a:gd name="connsiteY4" fmla="*/ 0 h 157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7527" h="1572520">
                <a:moveTo>
                  <a:pt x="0" y="0"/>
                </a:moveTo>
                <a:lnTo>
                  <a:pt x="1637527" y="0"/>
                </a:lnTo>
                <a:lnTo>
                  <a:pt x="1637527" y="1572520"/>
                </a:lnTo>
                <a:lnTo>
                  <a:pt x="0" y="15725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b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C46938-0195-D73D-62CF-3796941A6B50}"/>
              </a:ext>
            </a:extLst>
          </p:cNvPr>
          <p:cNvSpPr txBox="1"/>
          <p:nvPr/>
        </p:nvSpPr>
        <p:spPr>
          <a:xfrm>
            <a:off x="698699" y="1601333"/>
            <a:ext cx="6939703" cy="494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2"/>
                </a:solidFill>
              </a:rPr>
              <a:t>Star Schema Model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b="1" dirty="0">
                <a:solidFill>
                  <a:schemeClr val="tx2"/>
                </a:solidFill>
              </a:rPr>
              <a:t>Fact Table:</a:t>
            </a:r>
          </a:p>
          <a:p>
            <a:pPr lvl="1">
              <a:lnSpc>
                <a:spcPct val="200000"/>
              </a:lnSpc>
            </a:pPr>
            <a:r>
              <a:rPr lang="en-US" sz="1600" dirty="0">
                <a:solidFill>
                  <a:schemeClr val="tx2"/>
                </a:solidFill>
              </a:rPr>
              <a:t>             - </a:t>
            </a:r>
            <a:r>
              <a:rPr lang="en-US" sz="1600" dirty="0" err="1">
                <a:solidFill>
                  <a:schemeClr val="tx2"/>
                </a:solidFill>
              </a:rPr>
              <a:t>Fact_Sales</a:t>
            </a:r>
            <a:r>
              <a:rPr lang="en-US" sz="1600" dirty="0">
                <a:solidFill>
                  <a:schemeClr val="tx2"/>
                </a:solidFill>
              </a:rPr>
              <a:t> : (</a:t>
            </a:r>
            <a:r>
              <a:rPr lang="en-US" sz="1600" dirty="0" err="1">
                <a:solidFill>
                  <a:schemeClr val="tx2"/>
                </a:solidFill>
              </a:rPr>
              <a:t>CategoryID,CustomerID,OrderDate,OrderID</a:t>
            </a:r>
            <a:r>
              <a:rPr lang="en-US" sz="1600" dirty="0">
                <a:solidFill>
                  <a:schemeClr val="tx2"/>
                </a:solidFill>
              </a:rPr>
              <a:t>,</a:t>
            </a:r>
          </a:p>
          <a:p>
            <a:pPr lvl="1">
              <a:lnSpc>
                <a:spcPct val="200000"/>
              </a:lnSpc>
            </a:pPr>
            <a:r>
              <a:rPr lang="en-US" sz="1600" dirty="0">
                <a:solidFill>
                  <a:schemeClr val="tx2"/>
                </a:solidFill>
              </a:rPr>
              <a:t>                                      </a:t>
            </a:r>
            <a:r>
              <a:rPr lang="en-US" sz="1600" dirty="0" err="1">
                <a:solidFill>
                  <a:schemeClr val="tx2"/>
                </a:solidFill>
              </a:rPr>
              <a:t>LocationID,Discount,Sales</a:t>
            </a:r>
            <a:r>
              <a:rPr lang="en-US" sz="1600" dirty="0">
                <a:solidFill>
                  <a:schemeClr val="tx2"/>
                </a:solidFill>
              </a:rPr>
              <a:t>, Profit)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Dimension Tables:</a:t>
            </a:r>
          </a:p>
          <a:p>
            <a:pPr lvl="1">
              <a:lnSpc>
                <a:spcPct val="200000"/>
              </a:lnSpc>
            </a:pPr>
            <a:r>
              <a:rPr lang="en-US" sz="1600" dirty="0">
                <a:solidFill>
                  <a:schemeClr val="tx2"/>
                </a:solidFill>
              </a:rPr>
              <a:t>            - </a:t>
            </a:r>
            <a:r>
              <a:rPr lang="en-US" sz="1600" dirty="0" err="1">
                <a:solidFill>
                  <a:schemeClr val="tx2"/>
                </a:solidFill>
              </a:rPr>
              <a:t>Dim_Customer</a:t>
            </a:r>
            <a:r>
              <a:rPr lang="en-US" sz="1600" dirty="0">
                <a:solidFill>
                  <a:schemeClr val="tx2"/>
                </a:solidFill>
              </a:rPr>
              <a:t> : (</a:t>
            </a:r>
            <a:r>
              <a:rPr lang="en-US" sz="1600" dirty="0" err="1">
                <a:solidFill>
                  <a:schemeClr val="tx2"/>
                </a:solidFill>
              </a:rPr>
              <a:t>CustomerID,Customer</a:t>
            </a:r>
            <a:r>
              <a:rPr lang="en-US" sz="1600" dirty="0">
                <a:solidFill>
                  <a:schemeClr val="tx2"/>
                </a:solidFill>
              </a:rPr>
              <a:t> Name)</a:t>
            </a:r>
          </a:p>
          <a:p>
            <a:pPr lvl="1">
              <a:lnSpc>
                <a:spcPct val="200000"/>
              </a:lnSpc>
            </a:pPr>
            <a:r>
              <a:rPr lang="en-US" sz="1600" dirty="0">
                <a:solidFill>
                  <a:schemeClr val="tx2"/>
                </a:solidFill>
              </a:rPr>
              <a:t>            - </a:t>
            </a:r>
            <a:r>
              <a:rPr lang="en-US" sz="1600" dirty="0" err="1">
                <a:solidFill>
                  <a:schemeClr val="tx2"/>
                </a:solidFill>
              </a:rPr>
              <a:t>Dim_Product</a:t>
            </a:r>
            <a:r>
              <a:rPr lang="en-US" sz="1600" dirty="0">
                <a:solidFill>
                  <a:schemeClr val="tx2"/>
                </a:solidFill>
              </a:rPr>
              <a:t> : (</a:t>
            </a:r>
            <a:r>
              <a:rPr lang="en-US" sz="1600" dirty="0" err="1">
                <a:solidFill>
                  <a:schemeClr val="tx2"/>
                </a:solidFill>
              </a:rPr>
              <a:t>CategoryID,Product</a:t>
            </a:r>
            <a:r>
              <a:rPr lang="en-US" sz="1600" dirty="0">
                <a:solidFill>
                  <a:schemeClr val="tx2"/>
                </a:solidFill>
              </a:rPr>
              <a:t>, Sub-Category)</a:t>
            </a:r>
          </a:p>
          <a:p>
            <a:pPr lvl="1">
              <a:lnSpc>
                <a:spcPct val="200000"/>
              </a:lnSpc>
            </a:pPr>
            <a:r>
              <a:rPr lang="en-US" sz="1600" dirty="0">
                <a:solidFill>
                  <a:schemeClr val="tx2"/>
                </a:solidFill>
              </a:rPr>
              <a:t>            - </a:t>
            </a:r>
            <a:r>
              <a:rPr lang="en-US" sz="1600" dirty="0" err="1">
                <a:solidFill>
                  <a:schemeClr val="tx2"/>
                </a:solidFill>
              </a:rPr>
              <a:t>Dim_Date</a:t>
            </a:r>
            <a:r>
              <a:rPr lang="en-US" sz="1600" dirty="0">
                <a:solidFill>
                  <a:schemeClr val="tx2"/>
                </a:solidFill>
              </a:rPr>
              <a:t> : (</a:t>
            </a:r>
            <a:r>
              <a:rPr lang="en-US" sz="1600" dirty="0" err="1">
                <a:solidFill>
                  <a:schemeClr val="tx2"/>
                </a:solidFill>
              </a:rPr>
              <a:t>Date,MonthName,MonthNumber,Quarter,Year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</a:p>
          <a:p>
            <a:pPr lvl="1">
              <a:lnSpc>
                <a:spcPct val="200000"/>
              </a:lnSpc>
            </a:pPr>
            <a:r>
              <a:rPr lang="en-US" sz="1600" dirty="0">
                <a:solidFill>
                  <a:schemeClr val="tx2"/>
                </a:solidFill>
              </a:rPr>
              <a:t>            - </a:t>
            </a:r>
            <a:r>
              <a:rPr lang="en-US" sz="1600" dirty="0" err="1">
                <a:solidFill>
                  <a:schemeClr val="tx2"/>
                </a:solidFill>
              </a:rPr>
              <a:t>Dim_Location</a:t>
            </a:r>
            <a:r>
              <a:rPr lang="en-US" sz="1600" dirty="0">
                <a:solidFill>
                  <a:schemeClr val="tx2"/>
                </a:solidFill>
              </a:rPr>
              <a:t> : (</a:t>
            </a:r>
            <a:r>
              <a:rPr lang="en-US" sz="1600" dirty="0" err="1">
                <a:solidFill>
                  <a:schemeClr val="tx2"/>
                </a:solidFill>
              </a:rPr>
              <a:t>LocationID,City,Region,State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2"/>
                </a:solidFill>
              </a:rPr>
              <a:t>One-to-Many Relationships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43498D-CA0A-6BC9-7B8B-580D66FBD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402" y="1876465"/>
            <a:ext cx="4298664" cy="439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07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B70C2-2BC7-ACBA-2A48-FB5A0624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00819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insights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C3D4B62-E96F-EAC3-BE39-4428B3B4F76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8B79D-FCF6-F417-A7A6-C19A8B41E3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800" dirty="0"/>
              <a:t>Some regions generate higher sales but not always higher profit.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4828592-BE65-36A3-C451-0AC0337DD7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865FEB-6500-FA87-0C66-04654CE275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2063086" cy="2076434"/>
          </a:xfrm>
        </p:spPr>
        <p:txBody>
          <a:bodyPr/>
          <a:lstStyle/>
          <a:p>
            <a:r>
              <a:rPr lang="en-US" sz="1800" dirty="0"/>
              <a:t>High sales categories sometimes have low profit margins.</a:t>
            </a:r>
            <a:endParaRPr lang="pt-BR" sz="1800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8B517F4-E4FF-3CF9-7E1A-42EED57F511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581666-DFBC-9C8D-DF93-6FC6DE86B71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sz="1800" dirty="0"/>
              <a:t>A small number of customers contribute most of the revenue.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11157-A803-A8B5-B37C-01BAEFCFEA0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26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33C6-431F-10B0-AAFB-692FB40A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565B-7436-74AE-2E5B-3078FEE74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84" y="642551"/>
            <a:ext cx="9790328" cy="1008193"/>
          </a:xfrm>
        </p:spPr>
        <p:txBody>
          <a:bodyPr/>
          <a:lstStyle/>
          <a:p>
            <a:r>
              <a:rPr lang="en-US" spc="-150" dirty="0">
                <a:solidFill>
                  <a:schemeClr val="tx2"/>
                </a:solidFill>
              </a:rPr>
              <a:t>recommendations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7510B7-8966-9E3D-0FC7-69F0A0F36D5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BFCAD-2C03-6859-2905-E4776F60EE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389" y="2703910"/>
            <a:ext cx="1997860" cy="2342652"/>
          </a:xfrm>
        </p:spPr>
        <p:txBody>
          <a:bodyPr/>
          <a:lstStyle/>
          <a:p>
            <a:r>
              <a:rPr lang="en-US" sz="1800" dirty="0"/>
              <a:t>Focus on promoting high-margin products.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370FB43-0B94-BDEA-4CBB-92F516A2060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59D262-83EA-7EE1-7750-165DF63E49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2028362" cy="2099584"/>
          </a:xfrm>
        </p:spPr>
        <p:txBody>
          <a:bodyPr/>
          <a:lstStyle/>
          <a:p>
            <a:r>
              <a:rPr lang="en-US" sz="1800" dirty="0"/>
              <a:t>Improve pricing and cost control in low-profit categories.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57DC04E-2243-86D5-BC88-CFCCC930CC7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4CCE74-6D87-35BA-3E93-C8CAEB99A8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0473" y="2703910"/>
            <a:ext cx="2045553" cy="2470763"/>
          </a:xfrm>
        </p:spPr>
        <p:txBody>
          <a:bodyPr/>
          <a:lstStyle/>
          <a:p>
            <a:r>
              <a:rPr lang="en-US" sz="1800" dirty="0"/>
              <a:t>Strengthen loyalty programs for high-value customers.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40B0C-6461-092D-E28B-A46366833BC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68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2C5D4E-F481-B17C-DFEF-7F9F7D414F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26511" y="-1"/>
            <a:ext cx="5632445" cy="6655444"/>
          </a:xfrm>
        </p:spPr>
        <p:txBody>
          <a:bodyPr/>
          <a:lstStyle/>
          <a:p>
            <a:r>
              <a:rPr lang="en-US" dirty="0"/>
              <a:t>Thank</a:t>
            </a:r>
          </a:p>
          <a:p>
            <a:r>
              <a:rPr lang="en-US" dirty="0"/>
              <a:t>thank</a:t>
            </a:r>
          </a:p>
          <a:p>
            <a:r>
              <a:rPr lang="en-US" dirty="0"/>
              <a:t>Thank</a:t>
            </a:r>
          </a:p>
          <a:p>
            <a:r>
              <a:rPr lang="en-US" dirty="0"/>
              <a:t>You</a:t>
            </a:r>
          </a:p>
          <a:p>
            <a:r>
              <a:rPr lang="en-US" dirty="0"/>
              <a:t>You</a:t>
            </a:r>
          </a:p>
          <a:p>
            <a:r>
              <a:rPr lang="en-US" dirty="0"/>
              <a:t>you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B71A9C-F374-B122-4E3F-6FED019092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19109" y="2117335"/>
            <a:ext cx="5539847" cy="2420772"/>
          </a:xfrm>
        </p:spPr>
        <p:txBody>
          <a:bodyPr/>
          <a:lstStyle/>
          <a:p>
            <a:r>
              <a:rPr lang="en-US" dirty="0"/>
              <a:t>Thank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07239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Product-Summary">
      <a:dk1>
        <a:srgbClr val="000000"/>
      </a:dk1>
      <a:lt1>
        <a:srgbClr val="FFFFFF"/>
      </a:lt1>
      <a:dk2>
        <a:srgbClr val="C16548"/>
      </a:dk2>
      <a:lt2>
        <a:srgbClr val="E7E6E6"/>
      </a:lt2>
      <a:accent1>
        <a:srgbClr val="C16548"/>
      </a:accent1>
      <a:accent2>
        <a:srgbClr val="E1C9C1"/>
      </a:accent2>
      <a:accent3>
        <a:srgbClr val="EFE9E7"/>
      </a:accent3>
      <a:accent4>
        <a:srgbClr val="7C8C5F"/>
      </a:accent4>
      <a:accent5>
        <a:srgbClr val="DAE7C3"/>
      </a:accent5>
      <a:accent6>
        <a:srgbClr val="ECF1E3"/>
      </a:accent6>
      <a:hlink>
        <a:srgbClr val="0563C1"/>
      </a:hlink>
      <a:folHlink>
        <a:srgbClr val="954F72"/>
      </a:folHlink>
    </a:clrScheme>
    <a:fontScheme name="Custom 1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lIns="0" tIns="0" rIns="0" bIns="0" rtlCol="0" anchor="t">
        <a:noAutofit/>
      </a:bodyPr>
      <a:lstStyle>
        <a:defPPr algn="l">
          <a:defRPr sz="75000" spc="500" dirty="0">
            <a:solidFill>
              <a:srgbClr val="C16548">
                <a:alpha val="5000"/>
              </a:srgbClr>
            </a:solidFill>
            <a:latin typeface="Felix Titling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oduct-Summary-Presentation_tm89238778_Win32_SD_v8" id="{533EF844-D82C-49D2-B528-5E94B4E2DB9C}" vid="{7D7EB7DD-FDD7-4FB3-9337-228B3BC8FF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F3835D-CDCD-4C16-BA1F-392E818126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AB3982F-6AC2-4C0F-AF3D-F6703F33A1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581C60-AA7C-4CD7-BCE1-72FBFC1409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Product summary presentation</Template>
  <TotalTime>365</TotalTime>
  <Words>371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Avenir Book</vt:lpstr>
      <vt:lpstr>Avenir Next LT Pro</vt:lpstr>
      <vt:lpstr>Calibri</vt:lpstr>
      <vt:lpstr>Felix Titling</vt:lpstr>
      <vt:lpstr>Felix Titling (Headings)</vt:lpstr>
      <vt:lpstr>Wingdings</vt:lpstr>
      <vt:lpstr>Custom Design</vt:lpstr>
      <vt:lpstr>SuperMArt supermart</vt:lpstr>
      <vt:lpstr>agenda</vt:lpstr>
      <vt:lpstr>Why this topic?</vt:lpstr>
      <vt:lpstr>Dataset description</vt:lpstr>
      <vt:lpstr>Data model overview</vt:lpstr>
      <vt:lpstr>insights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Anaswara Rajesh</dc:creator>
  <cp:lastModifiedBy>Anaswara Rajesh</cp:lastModifiedBy>
  <cp:revision>7</cp:revision>
  <dcterms:created xsi:type="dcterms:W3CDTF">2026-02-22T13:37:27Z</dcterms:created>
  <dcterms:modified xsi:type="dcterms:W3CDTF">2026-02-26T04:01:20Z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